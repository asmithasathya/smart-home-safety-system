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1" r:id="rId4"/>
    <p:sldMasterId id="214748370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Arimo"/>
      <p:regular r:id="rId15"/>
      <p:bold r:id="rId16"/>
      <p:italic r:id="rId17"/>
      <p:boldItalic r:id="rId18"/>
    </p:embeddedFont>
    <p:embeddedFont>
      <p:font typeface="Arimo SemiBold"/>
      <p:regular r:id="rId19"/>
      <p:bold r:id="rId20"/>
      <p:italic r:id="rId21"/>
      <p:boldItalic r:id="rId22"/>
    </p:embeddedFont>
    <p:embeddedFont>
      <p:font typeface="Azeret Mono"/>
      <p:regular r:id="rId23"/>
      <p:bold r:id="rId24"/>
      <p:italic r:id="rId25"/>
      <p:boldItalic r:id="rId26"/>
    </p:embeddedFont>
    <p:embeddedFont>
      <p:font typeface="Arimo Medium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moSemiBold-bold.fntdata"/><Relationship Id="rId22" Type="http://schemas.openxmlformats.org/officeDocument/2006/relationships/font" Target="fonts/ArimoSemiBold-boldItalic.fntdata"/><Relationship Id="rId21" Type="http://schemas.openxmlformats.org/officeDocument/2006/relationships/font" Target="fonts/ArimoSemiBold-italic.fntdata"/><Relationship Id="rId24" Type="http://schemas.openxmlformats.org/officeDocument/2006/relationships/font" Target="fonts/AzeretMono-bold.fntdata"/><Relationship Id="rId23" Type="http://schemas.openxmlformats.org/officeDocument/2006/relationships/font" Target="fonts/AzeretMon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AzeretMono-boldItalic.fntdata"/><Relationship Id="rId25" Type="http://schemas.openxmlformats.org/officeDocument/2006/relationships/font" Target="fonts/AzeretMono-italic.fntdata"/><Relationship Id="rId28" Type="http://schemas.openxmlformats.org/officeDocument/2006/relationships/font" Target="fonts/ArimoMedium-bold.fntdata"/><Relationship Id="rId27" Type="http://schemas.openxmlformats.org/officeDocument/2006/relationships/font" Target="fonts/ArimoMedium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ArimoMedium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ArimoMedium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Arimo-regular.fntdata"/><Relationship Id="rId14" Type="http://schemas.openxmlformats.org/officeDocument/2006/relationships/slide" Target="slides/slide8.xml"/><Relationship Id="rId17" Type="http://schemas.openxmlformats.org/officeDocument/2006/relationships/font" Target="fonts/Arimo-italic.fntdata"/><Relationship Id="rId16" Type="http://schemas.openxmlformats.org/officeDocument/2006/relationships/font" Target="fonts/Arimo-bold.fntdata"/><Relationship Id="rId19" Type="http://schemas.openxmlformats.org/officeDocument/2006/relationships/font" Target="fonts/ArimoSemiBold-regular.fntdata"/><Relationship Id="rId18" Type="http://schemas.openxmlformats.org/officeDocument/2006/relationships/font" Target="fonts/Arimo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d2709938e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d2709938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d27fc0143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d27fc0143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d27fc01436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d27fc0143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d27ce9607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d27ce9607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d27ce96071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d27ce96071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d2992e1c0c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d2992e1c0c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d2992e1c0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d2992e1c0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d27ce9607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d27ce9607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1_3">
    <p:bg>
      <p:bgPr>
        <a:solidFill>
          <a:schemeClr val="accent5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4"/>
          <p:cNvPicPr preferRelativeResize="0"/>
          <p:nvPr/>
        </p:nvPicPr>
        <p:blipFill rotWithShape="1">
          <a:blip r:embed="rId2">
            <a:alphaModFix amt="60000"/>
          </a:blip>
          <a:srcRect b="4816" l="0" r="0" t="0"/>
          <a:stretch/>
        </p:blipFill>
        <p:spPr>
          <a:xfrm>
            <a:off x="277500" y="277500"/>
            <a:ext cx="8589000" cy="4599000"/>
          </a:xfrm>
          <a:prstGeom prst="roundRect">
            <a:avLst>
              <a:gd fmla="val 13515" name="adj"/>
            </a:avLst>
          </a:prstGeom>
          <a:noFill/>
          <a:ln>
            <a:noFill/>
          </a:ln>
        </p:spPr>
      </p:pic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821004" y="4044275"/>
            <a:ext cx="58593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cxnSp>
        <p:nvCxnSpPr>
          <p:cNvPr id="56" name="Google Shape;56;p14"/>
          <p:cNvCxnSpPr/>
          <p:nvPr/>
        </p:nvCxnSpPr>
        <p:spPr>
          <a:xfrm>
            <a:off x="805650" y="7925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" name="Google Shape;57;p14"/>
          <p:cNvCxnSpPr/>
          <p:nvPr/>
        </p:nvCxnSpPr>
        <p:spPr>
          <a:xfrm>
            <a:off x="805650" y="45217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" name="Google Shape;58;p14"/>
          <p:cNvSpPr txBox="1"/>
          <p:nvPr>
            <p:ph idx="2" type="subTitle"/>
          </p:nvPr>
        </p:nvSpPr>
        <p:spPr>
          <a:xfrm>
            <a:off x="80565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3" type="subTitle"/>
          </p:nvPr>
        </p:nvSpPr>
        <p:spPr>
          <a:xfrm>
            <a:off x="267990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4" type="subTitle"/>
          </p:nvPr>
        </p:nvSpPr>
        <p:spPr>
          <a:xfrm>
            <a:off x="7677976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type="title"/>
          </p:nvPr>
        </p:nvSpPr>
        <p:spPr>
          <a:xfrm>
            <a:off x="795525" y="2323100"/>
            <a:ext cx="4838100" cy="145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2">
  <p:cSld name="BLANK_1_1_1">
    <p:bg>
      <p:bgPr>
        <a:solidFill>
          <a:schemeClr val="accent5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15"/>
          <p:cNvGrpSpPr/>
          <p:nvPr/>
        </p:nvGrpSpPr>
        <p:grpSpPr>
          <a:xfrm>
            <a:off x="277515" y="277501"/>
            <a:ext cx="8589075" cy="4593888"/>
            <a:chOff x="277500" y="277500"/>
            <a:chExt cx="8589075" cy="4593888"/>
          </a:xfrm>
        </p:grpSpPr>
        <p:pic>
          <p:nvPicPr>
            <p:cNvPr id="64" name="Google Shape;64;p15"/>
            <p:cNvPicPr preferRelativeResize="0"/>
            <p:nvPr/>
          </p:nvPicPr>
          <p:blipFill>
            <a:blip r:embed="rId2">
              <a:alphaModFix amt="10000"/>
            </a:blip>
            <a:stretch>
              <a:fillRect/>
            </a:stretch>
          </p:blipFill>
          <p:spPr>
            <a:xfrm>
              <a:off x="277575" y="277500"/>
              <a:ext cx="8589000" cy="45938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" name="Google Shape;65;p15"/>
            <p:cNvSpPr/>
            <p:nvPr/>
          </p:nvSpPr>
          <p:spPr>
            <a:xfrm>
              <a:off x="277500" y="277500"/>
              <a:ext cx="8589000" cy="4582500"/>
            </a:xfrm>
            <a:prstGeom prst="roundRect">
              <a:avLst>
                <a:gd fmla="val 6093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66" name="Google Shape;66;p15"/>
          <p:cNvSpPr/>
          <p:nvPr/>
        </p:nvSpPr>
        <p:spPr>
          <a:xfrm>
            <a:off x="601356" y="3751056"/>
            <a:ext cx="576000" cy="5760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651558" y="3801258"/>
            <a:ext cx="475500" cy="475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8" name="Google Shape;68;p15"/>
          <p:cNvSpPr txBox="1"/>
          <p:nvPr>
            <p:ph idx="1" type="subTitle"/>
          </p:nvPr>
        </p:nvSpPr>
        <p:spPr>
          <a:xfrm>
            <a:off x="601325" y="3751025"/>
            <a:ext cx="576000" cy="576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mo"/>
              <a:buNone/>
              <a:defRPr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cxnSp>
        <p:nvCxnSpPr>
          <p:cNvPr id="69" name="Google Shape;69;p15"/>
          <p:cNvCxnSpPr/>
          <p:nvPr/>
        </p:nvCxnSpPr>
        <p:spPr>
          <a:xfrm rot="10800000">
            <a:off x="1341900" y="4039025"/>
            <a:ext cx="10146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" name="Google Shape;71;p15"/>
          <p:cNvSpPr txBox="1"/>
          <p:nvPr>
            <p:ph type="title"/>
          </p:nvPr>
        </p:nvSpPr>
        <p:spPr>
          <a:xfrm>
            <a:off x="2598475" y="3493075"/>
            <a:ext cx="5985300" cy="99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">
  <p:cSld name="CUSTOM_23">
    <p:bg>
      <p:bgPr>
        <a:solidFill>
          <a:schemeClr val="accent5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/>
          <p:nvPr>
            <p:ph idx="2" type="pic"/>
          </p:nvPr>
        </p:nvSpPr>
        <p:spPr>
          <a:xfrm>
            <a:off x="277500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74" name="Google Shape;74;p16"/>
          <p:cNvSpPr/>
          <p:nvPr>
            <p:ph idx="3" type="pic"/>
          </p:nvPr>
        </p:nvSpPr>
        <p:spPr>
          <a:xfrm>
            <a:off x="17282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75" name="Google Shape;75;p16"/>
          <p:cNvSpPr/>
          <p:nvPr>
            <p:ph idx="4" type="pic"/>
          </p:nvPr>
        </p:nvSpPr>
        <p:spPr>
          <a:xfrm>
            <a:off x="31790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76" name="Google Shape;76;p16"/>
          <p:cNvSpPr/>
          <p:nvPr>
            <p:ph idx="5" type="pic"/>
          </p:nvPr>
        </p:nvSpPr>
        <p:spPr>
          <a:xfrm>
            <a:off x="46298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77" name="Google Shape;77;p16"/>
          <p:cNvSpPr/>
          <p:nvPr>
            <p:ph idx="6" type="pic"/>
          </p:nvPr>
        </p:nvSpPr>
        <p:spPr>
          <a:xfrm>
            <a:off x="60806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78" name="Google Shape;78;p16"/>
          <p:cNvSpPr/>
          <p:nvPr>
            <p:ph idx="7" type="pic"/>
          </p:nvPr>
        </p:nvSpPr>
        <p:spPr>
          <a:xfrm>
            <a:off x="75314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" name="Google Shape;80;p16"/>
          <p:cNvSpPr txBox="1"/>
          <p:nvPr>
            <p:ph type="title"/>
          </p:nvPr>
        </p:nvSpPr>
        <p:spPr>
          <a:xfrm>
            <a:off x="277500" y="577275"/>
            <a:ext cx="7137000" cy="9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7064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82" name="Google Shape;82;p16"/>
          <p:cNvSpPr txBox="1"/>
          <p:nvPr>
            <p:ph idx="8" type="body"/>
          </p:nvPr>
        </p:nvSpPr>
        <p:spPr>
          <a:xfrm>
            <a:off x="182162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83" name="Google Shape;83;p16"/>
          <p:cNvSpPr txBox="1"/>
          <p:nvPr>
            <p:ph idx="9" type="body"/>
          </p:nvPr>
        </p:nvSpPr>
        <p:spPr>
          <a:xfrm>
            <a:off x="327260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84" name="Google Shape;84;p16"/>
          <p:cNvSpPr txBox="1"/>
          <p:nvPr>
            <p:ph idx="13" type="body"/>
          </p:nvPr>
        </p:nvSpPr>
        <p:spPr>
          <a:xfrm>
            <a:off x="472358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85" name="Google Shape;85;p16"/>
          <p:cNvSpPr txBox="1"/>
          <p:nvPr>
            <p:ph idx="14" type="body"/>
          </p:nvPr>
        </p:nvSpPr>
        <p:spPr>
          <a:xfrm>
            <a:off x="617456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86" name="Google Shape;86;p16"/>
          <p:cNvSpPr txBox="1"/>
          <p:nvPr>
            <p:ph idx="15" type="body"/>
          </p:nvPr>
        </p:nvSpPr>
        <p:spPr>
          <a:xfrm>
            <a:off x="762554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87" name="Google Shape;87;p16"/>
          <p:cNvSpPr txBox="1"/>
          <p:nvPr>
            <p:ph idx="16" type="subTitle"/>
          </p:nvPr>
        </p:nvSpPr>
        <p:spPr>
          <a:xfrm>
            <a:off x="370650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8" name="Google Shape;88;p16"/>
          <p:cNvSpPr txBox="1"/>
          <p:nvPr>
            <p:ph idx="17" type="subTitle"/>
          </p:nvPr>
        </p:nvSpPr>
        <p:spPr>
          <a:xfrm>
            <a:off x="182149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18" type="subTitle"/>
          </p:nvPr>
        </p:nvSpPr>
        <p:spPr>
          <a:xfrm>
            <a:off x="327234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0" name="Google Shape;90;p16"/>
          <p:cNvSpPr txBox="1"/>
          <p:nvPr>
            <p:ph idx="19" type="subTitle"/>
          </p:nvPr>
        </p:nvSpPr>
        <p:spPr>
          <a:xfrm>
            <a:off x="472319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1" name="Google Shape;91;p16"/>
          <p:cNvSpPr txBox="1"/>
          <p:nvPr>
            <p:ph idx="20" type="subTitle"/>
          </p:nvPr>
        </p:nvSpPr>
        <p:spPr>
          <a:xfrm>
            <a:off x="6174375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2" name="Google Shape;92;p16"/>
          <p:cNvSpPr txBox="1"/>
          <p:nvPr>
            <p:ph idx="21" type="subTitle"/>
          </p:nvPr>
        </p:nvSpPr>
        <p:spPr>
          <a:xfrm>
            <a:off x="7625550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3" name="Google Shape;93;p16"/>
          <p:cNvSpPr txBox="1"/>
          <p:nvPr>
            <p:ph idx="22" type="subTitle"/>
          </p:nvPr>
        </p:nvSpPr>
        <p:spPr>
          <a:xfrm>
            <a:off x="277500" y="291038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4" name="Google Shape;94;p16"/>
          <p:cNvSpPr txBox="1"/>
          <p:nvPr>
            <p:ph idx="23" type="subTitle"/>
          </p:nvPr>
        </p:nvSpPr>
        <p:spPr>
          <a:xfrm>
            <a:off x="7151050" y="290218"/>
            <a:ext cx="17154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cards">
  <p:cSld name="CUSTOM_24">
    <p:bg>
      <p:bgPr>
        <a:solidFill>
          <a:schemeClr val="accent5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idx="1" type="subTitle"/>
          </p:nvPr>
        </p:nvSpPr>
        <p:spPr>
          <a:xfrm>
            <a:off x="417936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7" name="Google Shape;97;p17"/>
          <p:cNvSpPr txBox="1"/>
          <p:nvPr>
            <p:ph idx="2" type="subTitle"/>
          </p:nvPr>
        </p:nvSpPr>
        <p:spPr>
          <a:xfrm>
            <a:off x="2167325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8" name="Google Shape;98;p17"/>
          <p:cNvSpPr txBox="1"/>
          <p:nvPr>
            <p:ph idx="3" type="subTitle"/>
          </p:nvPr>
        </p:nvSpPr>
        <p:spPr>
          <a:xfrm>
            <a:off x="390547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9" name="Google Shape;99;p17"/>
          <p:cNvSpPr txBox="1"/>
          <p:nvPr>
            <p:ph idx="4" type="subTitle"/>
          </p:nvPr>
        </p:nvSpPr>
        <p:spPr>
          <a:xfrm>
            <a:off x="5652384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0" name="Google Shape;100;p17"/>
          <p:cNvSpPr txBox="1"/>
          <p:nvPr>
            <p:ph idx="5" type="subTitle"/>
          </p:nvPr>
        </p:nvSpPr>
        <p:spPr>
          <a:xfrm>
            <a:off x="739263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1" name="Google Shape;101;p17"/>
          <p:cNvSpPr txBox="1"/>
          <p:nvPr>
            <p:ph idx="6" type="body"/>
          </p:nvPr>
        </p:nvSpPr>
        <p:spPr>
          <a:xfrm>
            <a:off x="417811" y="3433000"/>
            <a:ext cx="1337400" cy="117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102" name="Google Shape;102;p17"/>
          <p:cNvSpPr txBox="1"/>
          <p:nvPr>
            <p:ph idx="7" type="body"/>
          </p:nvPr>
        </p:nvSpPr>
        <p:spPr>
          <a:xfrm>
            <a:off x="21673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103" name="Google Shape;103;p17"/>
          <p:cNvSpPr txBox="1"/>
          <p:nvPr>
            <p:ph idx="8" type="body"/>
          </p:nvPr>
        </p:nvSpPr>
        <p:spPr>
          <a:xfrm>
            <a:off x="3903300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104" name="Google Shape;104;p17"/>
          <p:cNvSpPr txBox="1"/>
          <p:nvPr>
            <p:ph idx="9" type="body"/>
          </p:nvPr>
        </p:nvSpPr>
        <p:spPr>
          <a:xfrm>
            <a:off x="56486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105" name="Google Shape;105;p17"/>
          <p:cNvSpPr txBox="1"/>
          <p:nvPr>
            <p:ph idx="13" type="body"/>
          </p:nvPr>
        </p:nvSpPr>
        <p:spPr>
          <a:xfrm>
            <a:off x="7385291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106" name="Google Shape;106;p17"/>
          <p:cNvSpPr txBox="1"/>
          <p:nvPr>
            <p:ph idx="1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7" name="Google Shape;107;p17"/>
          <p:cNvSpPr txBox="1"/>
          <p:nvPr>
            <p:ph idx="1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8" name="Google Shape;108;p17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09" name="Google Shape;109;p1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CUSTOM_25">
    <p:bg>
      <p:bgPr>
        <a:solidFill>
          <a:schemeClr val="accent5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18"/>
          <p:cNvSpPr txBox="1"/>
          <p:nvPr/>
        </p:nvSpPr>
        <p:spPr>
          <a:xfrm>
            <a:off x="277500" y="277500"/>
            <a:ext cx="85890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13" name="Google Shape;113;p18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5" name="Google Shape;115;p18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6" name="Google Shape;116;p1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+ 4 steps - Alt 1">
  <p:cSld name="CUSTOM_25_1_1">
    <p:bg>
      <p:bgPr>
        <a:solidFill>
          <a:schemeClr val="accent5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type="title"/>
          </p:nvPr>
        </p:nvSpPr>
        <p:spPr>
          <a:xfrm>
            <a:off x="1969400" y="138075"/>
            <a:ext cx="5217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19" name="Google Shape;119;p19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0" name="Google Shape;120;p19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1" name="Google Shape;121;p1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2" name="Google Shape;122;p19"/>
          <p:cNvSpPr/>
          <p:nvPr>
            <p:ph idx="3" type="pic"/>
          </p:nvPr>
        </p:nvSpPr>
        <p:spPr>
          <a:xfrm>
            <a:off x="3766700" y="873150"/>
            <a:ext cx="1621800" cy="3549600"/>
          </a:xfrm>
          <a:prstGeom prst="roundRect">
            <a:avLst>
              <a:gd fmla="val 10482" name="adj"/>
            </a:avLst>
          </a:prstGeom>
          <a:noFill/>
          <a:ln>
            <a:noFill/>
          </a:ln>
        </p:spPr>
      </p:sp>
      <p:sp>
        <p:nvSpPr>
          <p:cNvPr id="123" name="Google Shape;123;p19"/>
          <p:cNvSpPr/>
          <p:nvPr>
            <p:ph idx="4" type="pic"/>
          </p:nvPr>
        </p:nvSpPr>
        <p:spPr>
          <a:xfrm>
            <a:off x="28910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124" name="Google Shape;124;p19"/>
          <p:cNvSpPr/>
          <p:nvPr>
            <p:ph idx="5" type="pic"/>
          </p:nvPr>
        </p:nvSpPr>
        <p:spPr>
          <a:xfrm>
            <a:off x="1969400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125" name="Google Shape;125;p19"/>
          <p:cNvSpPr/>
          <p:nvPr>
            <p:ph idx="6" type="pic"/>
          </p:nvPr>
        </p:nvSpPr>
        <p:spPr>
          <a:xfrm>
            <a:off x="5623125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126" name="Google Shape;126;p19"/>
          <p:cNvSpPr/>
          <p:nvPr>
            <p:ph idx="7" type="pic"/>
          </p:nvPr>
        </p:nvSpPr>
        <p:spPr>
          <a:xfrm>
            <a:off x="730405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127" name="Google Shape;127;p19"/>
          <p:cNvSpPr txBox="1"/>
          <p:nvPr>
            <p:ph idx="8" type="subTitle"/>
          </p:nvPr>
        </p:nvSpPr>
        <p:spPr>
          <a:xfrm>
            <a:off x="378475" y="4261299"/>
            <a:ext cx="1563300" cy="2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8" name="Google Shape;128;p19"/>
          <p:cNvSpPr txBox="1"/>
          <p:nvPr>
            <p:ph idx="9" type="subTitle"/>
          </p:nvPr>
        </p:nvSpPr>
        <p:spPr>
          <a:xfrm>
            <a:off x="378476" y="4562900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9" name="Google Shape;129;p19"/>
          <p:cNvSpPr txBox="1"/>
          <p:nvPr>
            <p:ph idx="13" type="subTitle"/>
          </p:nvPr>
        </p:nvSpPr>
        <p:spPr>
          <a:xfrm>
            <a:off x="2057625" y="4074126"/>
            <a:ext cx="1563300" cy="2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0" name="Google Shape;130;p19"/>
          <p:cNvSpPr txBox="1"/>
          <p:nvPr>
            <p:ph idx="14" type="subTitle"/>
          </p:nvPr>
        </p:nvSpPr>
        <p:spPr>
          <a:xfrm>
            <a:off x="2057625" y="4375725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1" name="Google Shape;131;p19"/>
          <p:cNvSpPr txBox="1"/>
          <p:nvPr>
            <p:ph idx="15" type="subTitle"/>
          </p:nvPr>
        </p:nvSpPr>
        <p:spPr>
          <a:xfrm>
            <a:off x="5712200" y="4074126"/>
            <a:ext cx="15633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2" name="Google Shape;132;p19"/>
          <p:cNvSpPr txBox="1"/>
          <p:nvPr>
            <p:ph idx="16" type="subTitle"/>
          </p:nvPr>
        </p:nvSpPr>
        <p:spPr>
          <a:xfrm>
            <a:off x="5712200" y="4375725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3" name="Google Shape;133;p19"/>
          <p:cNvSpPr txBox="1"/>
          <p:nvPr>
            <p:ph idx="17" type="subTitle"/>
          </p:nvPr>
        </p:nvSpPr>
        <p:spPr>
          <a:xfrm>
            <a:off x="7395575" y="4261301"/>
            <a:ext cx="15633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4" name="Google Shape;134;p19"/>
          <p:cNvSpPr txBox="1"/>
          <p:nvPr>
            <p:ph idx="18" type="subTitle"/>
          </p:nvPr>
        </p:nvSpPr>
        <p:spPr>
          <a:xfrm>
            <a:off x="7395575" y="4562900"/>
            <a:ext cx="15042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CUSTOM_21_1_1">
    <p:bg>
      <p:bgPr>
        <a:solidFill>
          <a:schemeClr val="accent5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37" name="Google Shape;137;p20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8" name="Google Shape;138;p20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9" name="Google Shape;139;p2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BLANK_1_1_1_1_1_1">
    <p:bg>
      <p:bgPr>
        <a:solidFill>
          <a:schemeClr val="accent5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1"/>
          <p:cNvPicPr preferRelativeResize="0"/>
          <p:nvPr/>
        </p:nvPicPr>
        <p:blipFill rotWithShape="1">
          <a:blip r:embed="rId2">
            <a:alphaModFix amt="10000"/>
          </a:blip>
          <a:srcRect b="720" l="1068" r="20" t="592"/>
          <a:stretch/>
        </p:blipFill>
        <p:spPr>
          <a:xfrm>
            <a:off x="277425" y="277650"/>
            <a:ext cx="8588100" cy="4582500"/>
          </a:xfrm>
          <a:prstGeom prst="roundRect">
            <a:avLst>
              <a:gd fmla="val 13460" name="adj"/>
            </a:avLst>
          </a:prstGeom>
          <a:noFill/>
          <a:ln>
            <a:noFill/>
          </a:ln>
        </p:spPr>
      </p:pic>
      <p:sp>
        <p:nvSpPr>
          <p:cNvPr id="142" name="Google Shape;142;p21"/>
          <p:cNvSpPr txBox="1"/>
          <p:nvPr>
            <p:ph type="title"/>
          </p:nvPr>
        </p:nvSpPr>
        <p:spPr>
          <a:xfrm>
            <a:off x="625375" y="273185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43" name="Google Shape;143;p2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solidFill>
          <a:schemeClr val="accent5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>
            <p:ph idx="1" type="subTitle"/>
          </p:nvPr>
        </p:nvSpPr>
        <p:spPr>
          <a:xfrm>
            <a:off x="4539825" y="3178291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6" name="Google Shape;146;p22"/>
          <p:cNvSpPr txBox="1"/>
          <p:nvPr>
            <p:ph idx="2" type="subTitle"/>
          </p:nvPr>
        </p:nvSpPr>
        <p:spPr>
          <a:xfrm>
            <a:off x="4539825" y="3792808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7" name="Google Shape;147;p22"/>
          <p:cNvSpPr txBox="1"/>
          <p:nvPr>
            <p:ph idx="3" type="subTitle"/>
          </p:nvPr>
        </p:nvSpPr>
        <p:spPr>
          <a:xfrm>
            <a:off x="4539825" y="4407325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8" name="Google Shape;148;p22"/>
          <p:cNvSpPr txBox="1"/>
          <p:nvPr>
            <p:ph type="title"/>
          </p:nvPr>
        </p:nvSpPr>
        <p:spPr>
          <a:xfrm>
            <a:off x="277425" y="2056225"/>
            <a:ext cx="3541500" cy="280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49" name="Google Shape;149;p22"/>
          <p:cNvSpPr txBox="1"/>
          <p:nvPr>
            <p:ph idx="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50" name="Google Shape;150;p22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51" name="Google Shape;151;p2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1">
  <p:cSld name="CUSTOM_11">
    <p:bg>
      <p:bgPr>
        <a:solidFill>
          <a:schemeClr val="accent5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/>
          <p:nvPr>
            <p:ph idx="2" type="pic"/>
          </p:nvPr>
        </p:nvSpPr>
        <p:spPr>
          <a:xfrm>
            <a:off x="7480825" y="734600"/>
            <a:ext cx="1383900" cy="1660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154" name="Google Shape;154;p23"/>
          <p:cNvSpPr/>
          <p:nvPr>
            <p:ph idx="3" type="pic"/>
          </p:nvPr>
        </p:nvSpPr>
        <p:spPr>
          <a:xfrm>
            <a:off x="7480825" y="2521175"/>
            <a:ext cx="1383900" cy="1879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155" name="Google Shape;155;p23"/>
          <p:cNvSpPr/>
          <p:nvPr>
            <p:ph idx="4" type="pic"/>
          </p:nvPr>
        </p:nvSpPr>
        <p:spPr>
          <a:xfrm>
            <a:off x="4665550" y="850900"/>
            <a:ext cx="2589300" cy="3433200"/>
          </a:xfrm>
          <a:prstGeom prst="roundRect">
            <a:avLst>
              <a:gd fmla="val 6330" name="adj"/>
            </a:avLst>
          </a:prstGeom>
          <a:noFill/>
          <a:ln>
            <a:noFill/>
          </a:ln>
        </p:spPr>
      </p:sp>
      <p:sp>
        <p:nvSpPr>
          <p:cNvPr id="156" name="Google Shape;156;p23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57" name="Google Shape;157;p23"/>
          <p:cNvSpPr txBox="1"/>
          <p:nvPr>
            <p:ph idx="5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58" name="Google Shape;158;p23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59" name="Google Shape;159;p23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0" name="Google Shape;160;p2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CUSTOM_11_1">
    <p:bg>
      <p:bgPr>
        <a:solidFill>
          <a:schemeClr val="accent5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/>
          <p:nvPr/>
        </p:nvSpPr>
        <p:spPr>
          <a:xfrm>
            <a:off x="6107109" y="582300"/>
            <a:ext cx="2759400" cy="3586200"/>
          </a:xfrm>
          <a:prstGeom prst="roundRect">
            <a:avLst>
              <a:gd fmla="val 867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63" name="Google Shape;163;p24"/>
          <p:cNvSpPr/>
          <p:nvPr>
            <p:ph idx="2" type="pic"/>
          </p:nvPr>
        </p:nvSpPr>
        <p:spPr>
          <a:xfrm>
            <a:off x="6220309" y="696000"/>
            <a:ext cx="2532900" cy="3358800"/>
          </a:xfrm>
          <a:prstGeom prst="roundRect">
            <a:avLst>
              <a:gd fmla="val 7223" name="adj"/>
            </a:avLst>
          </a:prstGeom>
          <a:noFill/>
          <a:ln>
            <a:noFill/>
          </a:ln>
        </p:spPr>
      </p:sp>
      <p:sp>
        <p:nvSpPr>
          <p:cNvPr id="164" name="Google Shape;164;p24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5" name="Google Shape;165;p24"/>
          <p:cNvSpPr txBox="1"/>
          <p:nvPr>
            <p:ph idx="3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66" name="Google Shape;166;p24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7" name="Google Shape;167;p24"/>
          <p:cNvSpPr txBox="1"/>
          <p:nvPr>
            <p:ph idx="4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8" name="Google Shape;168;p2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">
  <p:cSld name="CUSTOM_11_1_1">
    <p:bg>
      <p:bgPr>
        <a:solidFill>
          <a:schemeClr val="accent5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71" name="Google Shape;171;p25"/>
          <p:cNvSpPr txBox="1"/>
          <p:nvPr>
            <p:ph idx="2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72" name="Google Shape;172;p25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3" name="Google Shape;173;p25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4" name="Google Shape;174;p2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 - Alt 1">
  <p:cSld name="CUSTOM_12">
    <p:bg>
      <p:bgPr>
        <a:solidFill>
          <a:schemeClr val="accent5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77" name="Google Shape;177;p26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8" name="Google Shape;178;p26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9" name="Google Shape;179;p2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0" name="Google Shape;180;p26"/>
          <p:cNvSpPr txBox="1"/>
          <p:nvPr>
            <p:ph idx="3" type="body"/>
          </p:nvPr>
        </p:nvSpPr>
        <p:spPr>
          <a:xfrm>
            <a:off x="4956525" y="3571875"/>
            <a:ext cx="3585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81" name="Google Shape;181;p26"/>
          <p:cNvSpPr txBox="1"/>
          <p:nvPr>
            <p:ph idx="4" type="body"/>
          </p:nvPr>
        </p:nvSpPr>
        <p:spPr>
          <a:xfrm>
            <a:off x="389475" y="3571875"/>
            <a:ext cx="3585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82" name="Google Shape;182;p26"/>
          <p:cNvSpPr txBox="1"/>
          <p:nvPr>
            <p:ph idx="5" type="subTitle"/>
          </p:nvPr>
        </p:nvSpPr>
        <p:spPr>
          <a:xfrm>
            <a:off x="47992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3" name="Google Shape;183;p26"/>
          <p:cNvSpPr txBox="1"/>
          <p:nvPr>
            <p:ph idx="6" type="subTitle"/>
          </p:nvPr>
        </p:nvSpPr>
        <p:spPr>
          <a:xfrm>
            <a:off x="486827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CUSTOM_13">
    <p:bg>
      <p:bgPr>
        <a:solidFill>
          <a:schemeClr val="accent5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7"/>
          <p:cNvSpPr/>
          <p:nvPr>
            <p:ph idx="2" type="pic"/>
          </p:nvPr>
        </p:nvSpPr>
        <p:spPr>
          <a:xfrm>
            <a:off x="50280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6" name="Google Shape;186;p27"/>
          <p:cNvSpPr/>
          <p:nvPr>
            <p:ph idx="3" type="pic"/>
          </p:nvPr>
        </p:nvSpPr>
        <p:spPr>
          <a:xfrm>
            <a:off x="633475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7" name="Google Shape;187;p27"/>
          <p:cNvSpPr/>
          <p:nvPr>
            <p:ph idx="4" type="pic"/>
          </p:nvPr>
        </p:nvSpPr>
        <p:spPr>
          <a:xfrm>
            <a:off x="3418775" y="2080550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8" name="Google Shape;188;p27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89" name="Google Shape;189;p27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0" name="Google Shape;190;p27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1" name="Google Shape;191;p2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2" name="Google Shape;192;p27"/>
          <p:cNvSpPr txBox="1"/>
          <p:nvPr>
            <p:ph idx="6" type="body"/>
          </p:nvPr>
        </p:nvSpPr>
        <p:spPr>
          <a:xfrm>
            <a:off x="480250" y="3608000"/>
            <a:ext cx="23865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93" name="Google Shape;193;p27"/>
          <p:cNvSpPr txBox="1"/>
          <p:nvPr>
            <p:ph idx="7" type="body"/>
          </p:nvPr>
        </p:nvSpPr>
        <p:spPr>
          <a:xfrm>
            <a:off x="3422476" y="3608000"/>
            <a:ext cx="23865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94" name="Google Shape;194;p27"/>
          <p:cNvSpPr txBox="1"/>
          <p:nvPr>
            <p:ph idx="8" type="body"/>
          </p:nvPr>
        </p:nvSpPr>
        <p:spPr>
          <a:xfrm>
            <a:off x="6326625" y="3608000"/>
            <a:ext cx="23172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95" name="Google Shape;195;p27"/>
          <p:cNvSpPr txBox="1"/>
          <p:nvPr>
            <p:ph idx="9" type="subTitle"/>
          </p:nvPr>
        </p:nvSpPr>
        <p:spPr>
          <a:xfrm>
            <a:off x="480251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6" name="Google Shape;196;p27"/>
          <p:cNvSpPr txBox="1"/>
          <p:nvPr>
            <p:ph idx="13" type="subTitle"/>
          </p:nvPr>
        </p:nvSpPr>
        <p:spPr>
          <a:xfrm>
            <a:off x="3422476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7" name="Google Shape;197;p27"/>
          <p:cNvSpPr txBox="1"/>
          <p:nvPr>
            <p:ph idx="14" type="subTitle"/>
          </p:nvPr>
        </p:nvSpPr>
        <p:spPr>
          <a:xfrm>
            <a:off x="6328801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CUSTOM_13_1">
    <p:bg>
      <p:bgPr>
        <a:solidFill>
          <a:schemeClr val="accent5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/>
          <p:nvPr>
            <p:ph idx="2" type="pic"/>
          </p:nvPr>
        </p:nvSpPr>
        <p:spPr>
          <a:xfrm>
            <a:off x="4644850" y="12992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200" name="Google Shape;200;p28"/>
          <p:cNvSpPr/>
          <p:nvPr>
            <p:ph idx="3" type="pic"/>
          </p:nvPr>
        </p:nvSpPr>
        <p:spPr>
          <a:xfrm>
            <a:off x="4644850" y="36428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201" name="Google Shape;201;p28"/>
          <p:cNvSpPr/>
          <p:nvPr>
            <p:ph idx="4" type="pic"/>
          </p:nvPr>
        </p:nvSpPr>
        <p:spPr>
          <a:xfrm>
            <a:off x="7828875" y="24710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202" name="Google Shape;202;p28"/>
          <p:cNvSpPr/>
          <p:nvPr>
            <p:ph idx="5" type="pic"/>
          </p:nvPr>
        </p:nvSpPr>
        <p:spPr>
          <a:xfrm>
            <a:off x="373175" y="1147525"/>
            <a:ext cx="3579900" cy="3607500"/>
          </a:xfrm>
          <a:prstGeom prst="roundRect">
            <a:avLst>
              <a:gd fmla="val 11548" name="adj"/>
            </a:avLst>
          </a:prstGeom>
          <a:noFill/>
          <a:ln>
            <a:noFill/>
          </a:ln>
        </p:spPr>
      </p:sp>
      <p:sp>
        <p:nvSpPr>
          <p:cNvPr id="203" name="Google Shape;203;p28"/>
          <p:cNvSpPr txBox="1"/>
          <p:nvPr>
            <p:ph type="title"/>
          </p:nvPr>
        </p:nvSpPr>
        <p:spPr>
          <a:xfrm>
            <a:off x="277500" y="416250"/>
            <a:ext cx="8589000" cy="6267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04" name="Google Shape;204;p28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5" name="Google Shape;205;p28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6" name="Google Shape;206;p2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7" name="Google Shape;207;p28"/>
          <p:cNvSpPr txBox="1"/>
          <p:nvPr>
            <p:ph idx="7" type="title"/>
          </p:nvPr>
        </p:nvSpPr>
        <p:spPr>
          <a:xfrm>
            <a:off x="6033800" y="15393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08" name="Google Shape;208;p28"/>
          <p:cNvSpPr txBox="1"/>
          <p:nvPr>
            <p:ph idx="8" type="title"/>
          </p:nvPr>
        </p:nvSpPr>
        <p:spPr>
          <a:xfrm>
            <a:off x="6033800" y="18086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09" name="Google Shape;209;p28"/>
          <p:cNvSpPr txBox="1"/>
          <p:nvPr>
            <p:ph idx="9" type="title"/>
          </p:nvPr>
        </p:nvSpPr>
        <p:spPr>
          <a:xfrm>
            <a:off x="4869750" y="27111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10" name="Google Shape;210;p28"/>
          <p:cNvSpPr txBox="1"/>
          <p:nvPr>
            <p:ph idx="13" type="title"/>
          </p:nvPr>
        </p:nvSpPr>
        <p:spPr>
          <a:xfrm>
            <a:off x="4869750" y="29804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11" name="Google Shape;211;p28"/>
          <p:cNvSpPr txBox="1"/>
          <p:nvPr>
            <p:ph idx="14" type="title"/>
          </p:nvPr>
        </p:nvSpPr>
        <p:spPr>
          <a:xfrm>
            <a:off x="6033800" y="38829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12" name="Google Shape;212;p28"/>
          <p:cNvSpPr txBox="1"/>
          <p:nvPr>
            <p:ph idx="15" type="title"/>
          </p:nvPr>
        </p:nvSpPr>
        <p:spPr>
          <a:xfrm>
            <a:off x="6033800" y="41522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CUSTOM_14">
    <p:bg>
      <p:bgPr>
        <a:solidFill>
          <a:schemeClr val="accent5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15" name="Google Shape;215;p29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16" name="Google Shape;216;p29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17" name="Google Shape;217;p2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8" name="Google Shape;218;p29"/>
          <p:cNvSpPr txBox="1"/>
          <p:nvPr>
            <p:ph idx="3" type="body"/>
          </p:nvPr>
        </p:nvSpPr>
        <p:spPr>
          <a:xfrm>
            <a:off x="226690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19" name="Google Shape;219;p29"/>
          <p:cNvSpPr txBox="1"/>
          <p:nvPr>
            <p:ph idx="4" type="body"/>
          </p:nvPr>
        </p:nvSpPr>
        <p:spPr>
          <a:xfrm>
            <a:off x="40068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20" name="Google Shape;220;p29"/>
          <p:cNvSpPr txBox="1"/>
          <p:nvPr>
            <p:ph idx="5" type="body"/>
          </p:nvPr>
        </p:nvSpPr>
        <p:spPr>
          <a:xfrm>
            <a:off x="574820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21" name="Google Shape;221;p29"/>
          <p:cNvSpPr txBox="1"/>
          <p:nvPr>
            <p:ph idx="6" type="body"/>
          </p:nvPr>
        </p:nvSpPr>
        <p:spPr>
          <a:xfrm>
            <a:off x="74507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22" name="Google Shape;222;p29"/>
          <p:cNvSpPr txBox="1"/>
          <p:nvPr>
            <p:ph idx="7" type="subTitle"/>
          </p:nvPr>
        </p:nvSpPr>
        <p:spPr>
          <a:xfrm>
            <a:off x="22670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3" name="Google Shape;223;p29"/>
          <p:cNvSpPr txBox="1"/>
          <p:nvPr>
            <p:ph idx="8" type="subTitle"/>
          </p:nvPr>
        </p:nvSpPr>
        <p:spPr>
          <a:xfrm>
            <a:off x="4006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4" name="Google Shape;224;p29"/>
          <p:cNvSpPr txBox="1"/>
          <p:nvPr>
            <p:ph idx="9" type="subTitle"/>
          </p:nvPr>
        </p:nvSpPr>
        <p:spPr>
          <a:xfrm>
            <a:off x="57475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5" name="Google Shape;225;p29"/>
          <p:cNvSpPr txBox="1"/>
          <p:nvPr>
            <p:ph idx="13" type="subTitle"/>
          </p:nvPr>
        </p:nvSpPr>
        <p:spPr>
          <a:xfrm>
            <a:off x="7488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image">
  <p:cSld name="CUSTOM_15">
    <p:bg>
      <p:bgPr>
        <a:solidFill>
          <a:schemeClr val="accent5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 txBox="1"/>
          <p:nvPr>
            <p:ph type="title"/>
          </p:nvPr>
        </p:nvSpPr>
        <p:spPr>
          <a:xfrm>
            <a:off x="5321925" y="506100"/>
            <a:ext cx="3544500" cy="5793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28" name="Google Shape;228;p30"/>
          <p:cNvSpPr/>
          <p:nvPr>
            <p:ph idx="2" type="pic"/>
          </p:nvPr>
        </p:nvSpPr>
        <p:spPr>
          <a:xfrm>
            <a:off x="392100" y="411300"/>
            <a:ext cx="4297500" cy="4333200"/>
          </a:xfrm>
          <a:prstGeom prst="roundRect">
            <a:avLst>
              <a:gd fmla="val 12298" name="adj"/>
            </a:avLst>
          </a:prstGeom>
          <a:noFill/>
          <a:ln>
            <a:noFill/>
          </a:ln>
        </p:spPr>
      </p:sp>
      <p:sp>
        <p:nvSpPr>
          <p:cNvPr id="229" name="Google Shape;229;p30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0" name="Google Shape;230;p3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storyboards ">
  <p:cSld name="CUSTOM_17_1">
    <p:bg>
      <p:bgPr>
        <a:solidFill>
          <a:schemeClr val="accent5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1"/>
          <p:cNvSpPr txBox="1"/>
          <p:nvPr>
            <p:ph idx="1" type="subTitle"/>
          </p:nvPr>
        </p:nvSpPr>
        <p:spPr>
          <a:xfrm>
            <a:off x="27750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3" name="Google Shape;233;p31"/>
          <p:cNvSpPr/>
          <p:nvPr>
            <p:ph idx="2" type="pic"/>
          </p:nvPr>
        </p:nvSpPr>
        <p:spPr>
          <a:xfrm>
            <a:off x="2891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234" name="Google Shape;234;p31"/>
          <p:cNvSpPr/>
          <p:nvPr>
            <p:ph idx="3" type="pic"/>
          </p:nvPr>
        </p:nvSpPr>
        <p:spPr>
          <a:xfrm>
            <a:off x="21522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235" name="Google Shape;235;p31"/>
          <p:cNvSpPr/>
          <p:nvPr>
            <p:ph idx="4" type="pic"/>
          </p:nvPr>
        </p:nvSpPr>
        <p:spPr>
          <a:xfrm>
            <a:off x="40153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236" name="Google Shape;236;p31"/>
          <p:cNvSpPr/>
          <p:nvPr>
            <p:ph idx="5" type="pic"/>
          </p:nvPr>
        </p:nvSpPr>
        <p:spPr>
          <a:xfrm>
            <a:off x="586625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237" name="Google Shape;237;p31"/>
          <p:cNvSpPr txBox="1"/>
          <p:nvPr>
            <p:ph idx="6" type="body"/>
          </p:nvPr>
        </p:nvSpPr>
        <p:spPr>
          <a:xfrm>
            <a:off x="27750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38" name="Google Shape;238;p31"/>
          <p:cNvSpPr txBox="1"/>
          <p:nvPr>
            <p:ph idx="7" type="subTitle"/>
          </p:nvPr>
        </p:nvSpPr>
        <p:spPr>
          <a:xfrm>
            <a:off x="214815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9" name="Google Shape;239;p31"/>
          <p:cNvSpPr txBox="1"/>
          <p:nvPr>
            <p:ph idx="8" type="body"/>
          </p:nvPr>
        </p:nvSpPr>
        <p:spPr>
          <a:xfrm>
            <a:off x="214815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240" name="Google Shape;240;p31"/>
          <p:cNvSpPr txBox="1"/>
          <p:nvPr>
            <p:ph idx="9" type="subTitle"/>
          </p:nvPr>
        </p:nvSpPr>
        <p:spPr>
          <a:xfrm>
            <a:off x="401880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1" name="Google Shape;241;p31"/>
          <p:cNvSpPr txBox="1"/>
          <p:nvPr>
            <p:ph idx="13" type="body"/>
          </p:nvPr>
        </p:nvSpPr>
        <p:spPr>
          <a:xfrm>
            <a:off x="401880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242" name="Google Shape;242;p31"/>
          <p:cNvSpPr txBox="1"/>
          <p:nvPr>
            <p:ph idx="14" type="subTitle"/>
          </p:nvPr>
        </p:nvSpPr>
        <p:spPr>
          <a:xfrm>
            <a:off x="585365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3" name="Google Shape;243;p31"/>
          <p:cNvSpPr txBox="1"/>
          <p:nvPr>
            <p:ph idx="15" type="body"/>
          </p:nvPr>
        </p:nvSpPr>
        <p:spPr>
          <a:xfrm>
            <a:off x="585365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244" name="Google Shape;244;p31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45" name="Google Shape;245;p31"/>
          <p:cNvSpPr txBox="1"/>
          <p:nvPr>
            <p:ph idx="16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6" name="Google Shape;246;p31"/>
          <p:cNvSpPr txBox="1"/>
          <p:nvPr>
            <p:ph idx="17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7" name="Google Shape;247;p3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BLANK_1_1_1_1_1_1_1_1_1_1_1_1_1_1_1_1">
    <p:bg>
      <p:bgPr>
        <a:solidFill>
          <a:schemeClr val="accent5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2"/>
          <p:cNvSpPr/>
          <p:nvPr>
            <p:ph idx="2" type="pic"/>
          </p:nvPr>
        </p:nvSpPr>
        <p:spPr>
          <a:xfrm>
            <a:off x="392100" y="411300"/>
            <a:ext cx="4915800" cy="4333200"/>
          </a:xfrm>
          <a:prstGeom prst="roundRect">
            <a:avLst>
              <a:gd fmla="val 11160" name="adj"/>
            </a:avLst>
          </a:prstGeom>
          <a:noFill/>
          <a:ln>
            <a:noFill/>
          </a:ln>
        </p:spPr>
      </p:sp>
      <p:sp>
        <p:nvSpPr>
          <p:cNvPr id="250" name="Google Shape;250;p32"/>
          <p:cNvSpPr txBox="1"/>
          <p:nvPr>
            <p:ph type="title"/>
          </p:nvPr>
        </p:nvSpPr>
        <p:spPr>
          <a:xfrm>
            <a:off x="60451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51" name="Google Shape;251;p32"/>
          <p:cNvSpPr txBox="1"/>
          <p:nvPr>
            <p:ph idx="3" type="title"/>
          </p:nvPr>
        </p:nvSpPr>
        <p:spPr>
          <a:xfrm>
            <a:off x="60451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52" name="Google Shape;252;p32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3" name="Google Shape;253;p3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653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or characteristics">
  <p:cSld name="CUSTOM_19_2">
    <p:bg>
      <p:bgPr>
        <a:solidFill>
          <a:schemeClr val="accent5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3"/>
          <p:cNvSpPr/>
          <p:nvPr/>
        </p:nvSpPr>
        <p:spPr>
          <a:xfrm>
            <a:off x="6766675" y="282250"/>
            <a:ext cx="2099700" cy="3008100"/>
          </a:xfrm>
          <a:prstGeom prst="roundRect">
            <a:avLst>
              <a:gd fmla="val 11954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56" name="Google Shape;256;p33"/>
          <p:cNvSpPr/>
          <p:nvPr/>
        </p:nvSpPr>
        <p:spPr>
          <a:xfrm>
            <a:off x="277425" y="3414025"/>
            <a:ext cx="3513600" cy="1447800"/>
          </a:xfrm>
          <a:prstGeom prst="roundRect">
            <a:avLst>
              <a:gd fmla="val 1567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57" name="Google Shape;257;p33"/>
          <p:cNvSpPr/>
          <p:nvPr/>
        </p:nvSpPr>
        <p:spPr>
          <a:xfrm>
            <a:off x="5298000" y="1843500"/>
            <a:ext cx="1350600" cy="1447800"/>
          </a:xfrm>
          <a:prstGeom prst="roundRect">
            <a:avLst>
              <a:gd fmla="val 20704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7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58" name="Google Shape;258;p33"/>
          <p:cNvSpPr/>
          <p:nvPr/>
        </p:nvSpPr>
        <p:spPr>
          <a:xfrm rot="-5400000">
            <a:off x="5577475" y="2049100"/>
            <a:ext cx="566700" cy="867300"/>
          </a:xfrm>
          <a:prstGeom prst="round2SameRect">
            <a:avLst>
              <a:gd fmla="val 49749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59" name="Google Shape;259;p33"/>
          <p:cNvSpPr/>
          <p:nvPr/>
        </p:nvSpPr>
        <p:spPr>
          <a:xfrm>
            <a:off x="5426850" y="2194075"/>
            <a:ext cx="1092900" cy="573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60" name="Google Shape;260;p33"/>
          <p:cNvSpPr/>
          <p:nvPr>
            <p:ph idx="2" type="pic"/>
          </p:nvPr>
        </p:nvSpPr>
        <p:spPr>
          <a:xfrm>
            <a:off x="3910200" y="3408075"/>
            <a:ext cx="34863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261" name="Google Shape;261;p33"/>
          <p:cNvSpPr/>
          <p:nvPr>
            <p:ph idx="3" type="pic"/>
          </p:nvPr>
        </p:nvSpPr>
        <p:spPr>
          <a:xfrm>
            <a:off x="277500" y="277500"/>
            <a:ext cx="2765700" cy="3013800"/>
          </a:xfrm>
          <a:prstGeom prst="roundRect">
            <a:avLst>
              <a:gd fmla="val 8721" name="adj"/>
            </a:avLst>
          </a:prstGeom>
          <a:noFill/>
          <a:ln>
            <a:noFill/>
          </a:ln>
        </p:spPr>
      </p:sp>
      <p:sp>
        <p:nvSpPr>
          <p:cNvPr id="262" name="Google Shape;262;p33"/>
          <p:cNvSpPr/>
          <p:nvPr>
            <p:ph idx="4" type="pic"/>
          </p:nvPr>
        </p:nvSpPr>
        <p:spPr>
          <a:xfrm>
            <a:off x="3161225" y="277500"/>
            <a:ext cx="1350600" cy="1447800"/>
          </a:xfrm>
          <a:prstGeom prst="roundRect">
            <a:avLst>
              <a:gd fmla="val 15267" name="adj"/>
            </a:avLst>
          </a:prstGeom>
          <a:noFill/>
          <a:ln>
            <a:noFill/>
          </a:ln>
        </p:spPr>
      </p:sp>
      <p:sp>
        <p:nvSpPr>
          <p:cNvPr id="263" name="Google Shape;263;p33"/>
          <p:cNvSpPr/>
          <p:nvPr>
            <p:ph idx="5" type="pic"/>
          </p:nvPr>
        </p:nvSpPr>
        <p:spPr>
          <a:xfrm>
            <a:off x="6883575" y="399550"/>
            <a:ext cx="1866000" cy="2775000"/>
          </a:xfrm>
          <a:prstGeom prst="roundRect">
            <a:avLst>
              <a:gd fmla="val 9097" name="adj"/>
            </a:avLst>
          </a:prstGeom>
          <a:noFill/>
          <a:ln>
            <a:noFill/>
          </a:ln>
        </p:spPr>
      </p:sp>
      <p:sp>
        <p:nvSpPr>
          <p:cNvPr id="264" name="Google Shape;264;p33"/>
          <p:cNvSpPr/>
          <p:nvPr>
            <p:ph idx="6" type="pic"/>
          </p:nvPr>
        </p:nvSpPr>
        <p:spPr>
          <a:xfrm>
            <a:off x="7516025" y="3407700"/>
            <a:ext cx="13506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265" name="Google Shape;265;p33"/>
          <p:cNvSpPr/>
          <p:nvPr>
            <p:ph idx="7" type="pic"/>
          </p:nvPr>
        </p:nvSpPr>
        <p:spPr>
          <a:xfrm>
            <a:off x="394425" y="3528475"/>
            <a:ext cx="3279600" cy="1218900"/>
          </a:xfrm>
          <a:prstGeom prst="roundRect">
            <a:avLst>
              <a:gd fmla="val 11412" name="adj"/>
            </a:avLst>
          </a:prstGeom>
          <a:noFill/>
          <a:ln>
            <a:noFill/>
          </a:ln>
        </p:spPr>
      </p:sp>
      <p:sp>
        <p:nvSpPr>
          <p:cNvPr id="266" name="Google Shape;266;p33"/>
          <p:cNvSpPr/>
          <p:nvPr/>
        </p:nvSpPr>
        <p:spPr>
          <a:xfrm>
            <a:off x="3161225" y="1842600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67" name="Google Shape;267;p33"/>
          <p:cNvSpPr/>
          <p:nvPr/>
        </p:nvSpPr>
        <p:spPr>
          <a:xfrm>
            <a:off x="4629850" y="279301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268" name="Google Shape;268;p33"/>
          <p:cNvCxnSpPr>
            <a:stCxn id="266" idx="1"/>
            <a:endCxn id="266" idx="3"/>
          </p:cNvCxnSpPr>
          <p:nvPr/>
        </p:nvCxnSpPr>
        <p:spPr>
          <a:xfrm>
            <a:off x="3161225" y="2566500"/>
            <a:ext cx="20187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9" name="Google Shape;269;p33"/>
          <p:cNvSpPr txBox="1"/>
          <p:nvPr>
            <p:ph idx="1" type="subTitle"/>
          </p:nvPr>
        </p:nvSpPr>
        <p:spPr>
          <a:xfrm>
            <a:off x="394425" y="4055150"/>
            <a:ext cx="3279600" cy="57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0" name="Google Shape;270;p33"/>
          <p:cNvSpPr txBox="1"/>
          <p:nvPr>
            <p:ph idx="8" type="subTitle"/>
          </p:nvPr>
        </p:nvSpPr>
        <p:spPr>
          <a:xfrm>
            <a:off x="6883575" y="605875"/>
            <a:ext cx="1866000" cy="573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1" name="Google Shape;271;p33"/>
          <p:cNvSpPr txBox="1"/>
          <p:nvPr>
            <p:ph idx="9" type="subTitle"/>
          </p:nvPr>
        </p:nvSpPr>
        <p:spPr>
          <a:xfrm>
            <a:off x="3910200" y="3779175"/>
            <a:ext cx="3486300" cy="705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2" name="Google Shape;272;p33"/>
          <p:cNvSpPr txBox="1"/>
          <p:nvPr>
            <p:ph idx="13" type="subTitle"/>
          </p:nvPr>
        </p:nvSpPr>
        <p:spPr>
          <a:xfrm>
            <a:off x="291075" y="2571750"/>
            <a:ext cx="2765700" cy="705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3" name="Google Shape;273;p33"/>
          <p:cNvSpPr txBox="1"/>
          <p:nvPr>
            <p:ph idx="14" type="subTitle"/>
          </p:nvPr>
        </p:nvSpPr>
        <p:spPr>
          <a:xfrm>
            <a:off x="4629850" y="694401"/>
            <a:ext cx="2018700" cy="5667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4" name="Google Shape;274;p33"/>
          <p:cNvSpPr txBox="1"/>
          <p:nvPr>
            <p:ph idx="15" type="subTitle"/>
          </p:nvPr>
        </p:nvSpPr>
        <p:spPr>
          <a:xfrm>
            <a:off x="4629900" y="1390480"/>
            <a:ext cx="20187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 u="sng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5" name="Google Shape;275;p33"/>
          <p:cNvSpPr txBox="1"/>
          <p:nvPr>
            <p:ph idx="16" type="subTitle"/>
          </p:nvPr>
        </p:nvSpPr>
        <p:spPr>
          <a:xfrm>
            <a:off x="3596775" y="2292000"/>
            <a:ext cx="15075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6" name="Google Shape;276;p33"/>
          <p:cNvSpPr txBox="1"/>
          <p:nvPr>
            <p:ph idx="17" type="subTitle"/>
          </p:nvPr>
        </p:nvSpPr>
        <p:spPr>
          <a:xfrm>
            <a:off x="3596775" y="2997350"/>
            <a:ext cx="15075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7" name="Google Shape;277;p33"/>
          <p:cNvSpPr txBox="1"/>
          <p:nvPr>
            <p:ph idx="18" type="subTitle"/>
          </p:nvPr>
        </p:nvSpPr>
        <p:spPr>
          <a:xfrm>
            <a:off x="3596675" y="1934500"/>
            <a:ext cx="1507500" cy="357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8" name="Google Shape;278;p33"/>
          <p:cNvSpPr txBox="1"/>
          <p:nvPr>
            <p:ph idx="19" type="subTitle"/>
          </p:nvPr>
        </p:nvSpPr>
        <p:spPr>
          <a:xfrm>
            <a:off x="3596775" y="2618213"/>
            <a:ext cx="1507500" cy="357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79" name="Google Shape;279;p33"/>
          <p:cNvSpPr txBox="1"/>
          <p:nvPr>
            <p:ph idx="20" type="subTitle"/>
          </p:nvPr>
        </p:nvSpPr>
        <p:spPr>
          <a:xfrm>
            <a:off x="5297950" y="2885600"/>
            <a:ext cx="1350600" cy="288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 u="sng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80" name="Google Shape;280;p3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1" name="Google Shape;281;p33"/>
          <p:cNvSpPr txBox="1"/>
          <p:nvPr>
            <p:ph idx="21" type="subTitle"/>
          </p:nvPr>
        </p:nvSpPr>
        <p:spPr>
          <a:xfrm>
            <a:off x="5426775" y="2214775"/>
            <a:ext cx="1092900" cy="56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s with description">
  <p:cSld name="CUSTOM_19_1_1_1">
    <p:bg>
      <p:bgPr>
        <a:solidFill>
          <a:schemeClr val="accent5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4"/>
          <p:cNvSpPr/>
          <p:nvPr>
            <p:ph idx="2" type="pic"/>
          </p:nvPr>
        </p:nvSpPr>
        <p:spPr>
          <a:xfrm>
            <a:off x="2021325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284" name="Google Shape;284;p34"/>
          <p:cNvSpPr/>
          <p:nvPr>
            <p:ph idx="3" type="pic"/>
          </p:nvPr>
        </p:nvSpPr>
        <p:spPr>
          <a:xfrm>
            <a:off x="5444400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285" name="Google Shape;285;p34"/>
          <p:cNvSpPr txBox="1"/>
          <p:nvPr>
            <p:ph idx="1" type="subTitle"/>
          </p:nvPr>
        </p:nvSpPr>
        <p:spPr>
          <a:xfrm>
            <a:off x="3700500" y="3326350"/>
            <a:ext cx="1743900" cy="45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86" name="Google Shape;286;p34"/>
          <p:cNvSpPr txBox="1"/>
          <p:nvPr>
            <p:ph idx="4" type="body"/>
          </p:nvPr>
        </p:nvSpPr>
        <p:spPr>
          <a:xfrm>
            <a:off x="3700500" y="3850823"/>
            <a:ext cx="17439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87" name="Google Shape;287;p34"/>
          <p:cNvSpPr txBox="1"/>
          <p:nvPr>
            <p:ph idx="5" type="subTitle"/>
          </p:nvPr>
        </p:nvSpPr>
        <p:spPr>
          <a:xfrm>
            <a:off x="7123575" y="3326350"/>
            <a:ext cx="1743900" cy="45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88" name="Google Shape;288;p34"/>
          <p:cNvSpPr txBox="1"/>
          <p:nvPr>
            <p:ph idx="6" type="body"/>
          </p:nvPr>
        </p:nvSpPr>
        <p:spPr>
          <a:xfrm>
            <a:off x="7123575" y="3850823"/>
            <a:ext cx="17439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89" name="Google Shape;289;p34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90" name="Google Shape;290;p34"/>
          <p:cNvSpPr txBox="1"/>
          <p:nvPr>
            <p:ph idx="7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91" name="Google Shape;291;p34"/>
          <p:cNvSpPr txBox="1"/>
          <p:nvPr>
            <p:ph idx="8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92" name="Google Shape;292;p3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295" name="Google Shape;295;p3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0" name="Google Shape;300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3" name="Google Shape;303;p3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4" name="Google Shape;304;p3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09" name="Google Shape;309;p4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314" name="Google Shape;314;p4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15" name="Google Shape;315;p4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20" name="Google Shape;320;p4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6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46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5" name="Google Shape;325;p46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6" name="Google Shape;326;p46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7" name="Google Shape;327;p46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8" name="Google Shape;328;p46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9" name="Google Shape;329;p46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2" name="Google Shape;332;p47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3" name="Google Shape;333;p47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36" name="Google Shape;336;p48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7" name="Google Shape;337;p48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8" name="Google Shape;338;p48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9" name="Google Shape;339;p48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9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2" name="Google Shape;342;p49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3" name="Google Shape;343;p4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44" name="Google Shape;344;p49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5" name="Google Shape;345;p49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6" name="Google Shape;346;p49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7" name="Google Shape;347;p49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0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0" name="Google Shape;350;p50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1" name="Google Shape;351;p50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2" name="Google Shape;352;p50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3" name="Google Shape;353;p50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54" name="Google Shape;354;p50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5" name="Google Shape;355;p50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6" name="Google Shape;356;p50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7" name="Google Shape;357;p50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0" name="Google Shape;360;p51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2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3" name="Google Shape;363;p52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64" name="Google Shape;364;p52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65" name="Google Shape;365;p52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6" name="Google Shape;366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7" name="Google Shape;367;p52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68" name="Google Shape;368;p52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3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1" name="Google Shape;371;p53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72" name="Google Shape;372;p53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73" name="Google Shape;373;p53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4" name="Google Shape;374;p53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75" name="Google Shape;375;p53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6" name="Google Shape;376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7" name="Google Shape;377;p53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78" name="Google Shape;378;p53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79" name="Google Shape;379;p53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4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5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4" name="Google Shape;384;p55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5" name="Google Shape;385;p55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55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55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55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89" name="Google Shape;389;p55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0" name="Google Shape;390;p55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1" name="Google Shape;391;p55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2" name="Google Shape;392;p55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43" Type="http://schemas.openxmlformats.org/officeDocument/2006/relationships/theme" Target="../theme/theme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84850" y="2001325"/>
            <a:ext cx="4088100" cy="24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75">
          <p15:clr>
            <a:srgbClr val="E46962"/>
          </p15:clr>
        </p15:guide>
        <p15:guide id="2" orient="horz" pos="3061">
          <p15:clr>
            <a:srgbClr val="E46962"/>
          </p15:clr>
        </p15:guide>
        <p15:guide id="3" orient="horz" pos="175">
          <p15:clr>
            <a:srgbClr val="E46962"/>
          </p15:clr>
        </p15:guide>
        <p15:guide id="4" pos="5585">
          <p15:clr>
            <a:srgbClr val="E46962"/>
          </p15:clr>
        </p15:guide>
        <p15:guide id="5" orient="horz" pos="1620">
          <p15:clr>
            <a:srgbClr val="E46962"/>
          </p15:clr>
        </p15:guide>
        <p15:guide id="6" pos="2880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6"/>
          <p:cNvSpPr txBox="1"/>
          <p:nvPr>
            <p:ph idx="1" type="subTitle"/>
          </p:nvPr>
        </p:nvSpPr>
        <p:spPr>
          <a:xfrm>
            <a:off x="821004" y="4044275"/>
            <a:ext cx="58593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Asmitha Sathya, Pranav Dulepet, Tanvi Ranade</a:t>
            </a:r>
            <a:endParaRPr/>
          </a:p>
        </p:txBody>
      </p:sp>
      <p:sp>
        <p:nvSpPr>
          <p:cNvPr id="398" name="Google Shape;398;p56"/>
          <p:cNvSpPr txBox="1"/>
          <p:nvPr>
            <p:ph idx="2" type="subTitle"/>
          </p:nvPr>
        </p:nvSpPr>
        <p:spPr>
          <a:xfrm>
            <a:off x="805650" y="582750"/>
            <a:ext cx="25626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Embedded Systems &amp; Wireless IOT </a:t>
            </a:r>
            <a:endParaRPr/>
          </a:p>
        </p:txBody>
      </p:sp>
      <p:sp>
        <p:nvSpPr>
          <p:cNvPr id="399" name="Google Shape;399;p56"/>
          <p:cNvSpPr txBox="1"/>
          <p:nvPr>
            <p:ph idx="4" type="subTitle"/>
          </p:nvPr>
        </p:nvSpPr>
        <p:spPr>
          <a:xfrm>
            <a:off x="740070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March 26, 2026</a:t>
            </a:r>
            <a:endParaRPr/>
          </a:p>
        </p:txBody>
      </p:sp>
      <p:sp>
        <p:nvSpPr>
          <p:cNvPr id="400" name="Google Shape;400;p56"/>
          <p:cNvSpPr txBox="1"/>
          <p:nvPr>
            <p:ph type="title"/>
          </p:nvPr>
        </p:nvSpPr>
        <p:spPr>
          <a:xfrm>
            <a:off x="795525" y="2323100"/>
            <a:ext cx="6096000" cy="145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Smart Home Safety System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5" name="Google Shape;405;p57"/>
          <p:cNvPicPr preferRelativeResize="0"/>
          <p:nvPr/>
        </p:nvPicPr>
        <p:blipFill rotWithShape="1">
          <a:blip r:embed="rId3">
            <a:alphaModFix amt="10000"/>
          </a:blip>
          <a:srcRect b="14553" l="1068" r="66969" t="20939"/>
          <a:stretch/>
        </p:blipFill>
        <p:spPr>
          <a:xfrm>
            <a:off x="728700" y="1742341"/>
            <a:ext cx="2360400" cy="1180200"/>
          </a:xfrm>
          <a:prstGeom prst="roundRect">
            <a:avLst>
              <a:gd fmla="val 10347" name="adj"/>
            </a:avLst>
          </a:prstGeom>
          <a:noFill/>
          <a:ln>
            <a:noFill/>
          </a:ln>
        </p:spPr>
      </p:pic>
      <p:pic>
        <p:nvPicPr>
          <p:cNvPr id="406" name="Google Shape;406;p57"/>
          <p:cNvPicPr preferRelativeResize="0"/>
          <p:nvPr/>
        </p:nvPicPr>
        <p:blipFill rotWithShape="1">
          <a:blip r:embed="rId3">
            <a:alphaModFix amt="10000"/>
          </a:blip>
          <a:srcRect b="14553" l="1068" r="66969" t="20939"/>
          <a:stretch/>
        </p:blipFill>
        <p:spPr>
          <a:xfrm>
            <a:off x="3351650" y="1742350"/>
            <a:ext cx="2360400" cy="1180200"/>
          </a:xfrm>
          <a:prstGeom prst="roundRect">
            <a:avLst>
              <a:gd fmla="val 10347" name="adj"/>
            </a:avLst>
          </a:prstGeom>
          <a:noFill/>
          <a:ln>
            <a:noFill/>
          </a:ln>
        </p:spPr>
      </p:pic>
      <p:pic>
        <p:nvPicPr>
          <p:cNvPr id="407" name="Google Shape;407;p57"/>
          <p:cNvPicPr preferRelativeResize="0"/>
          <p:nvPr/>
        </p:nvPicPr>
        <p:blipFill rotWithShape="1">
          <a:blip r:embed="rId3">
            <a:alphaModFix amt="10000"/>
          </a:blip>
          <a:srcRect b="14553" l="1068" r="66969" t="20939"/>
          <a:stretch/>
        </p:blipFill>
        <p:spPr>
          <a:xfrm>
            <a:off x="5974825" y="1725675"/>
            <a:ext cx="2360400" cy="1180200"/>
          </a:xfrm>
          <a:prstGeom prst="roundRect">
            <a:avLst>
              <a:gd fmla="val 10347" name="adj"/>
            </a:avLst>
          </a:prstGeom>
          <a:noFill/>
          <a:ln>
            <a:noFill/>
          </a:ln>
        </p:spPr>
      </p:pic>
      <p:sp>
        <p:nvSpPr>
          <p:cNvPr id="408" name="Google Shape;408;p57"/>
          <p:cNvSpPr txBox="1"/>
          <p:nvPr>
            <p:ph idx="1" type="subTitle"/>
          </p:nvPr>
        </p:nvSpPr>
        <p:spPr>
          <a:xfrm>
            <a:off x="728928" y="1784900"/>
            <a:ext cx="2436300" cy="390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Real home tasks are distributed</a:t>
            </a:r>
            <a:endParaRPr b="1" sz="1200"/>
          </a:p>
        </p:txBody>
      </p:sp>
      <p:sp>
        <p:nvSpPr>
          <p:cNvPr id="409" name="Google Shape;409;p57"/>
          <p:cNvSpPr txBox="1"/>
          <p:nvPr>
            <p:ph idx="2" type="subTitle"/>
          </p:nvPr>
        </p:nvSpPr>
        <p:spPr>
          <a:xfrm>
            <a:off x="3351883" y="1775450"/>
            <a:ext cx="2436300" cy="390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Coordination matters more than isolated control</a:t>
            </a:r>
            <a:endParaRPr b="1" sz="1200"/>
          </a:p>
        </p:txBody>
      </p:sp>
      <p:sp>
        <p:nvSpPr>
          <p:cNvPr id="410" name="Google Shape;410;p57"/>
          <p:cNvSpPr txBox="1"/>
          <p:nvPr>
            <p:ph idx="3" type="subTitle"/>
          </p:nvPr>
        </p:nvSpPr>
        <p:spPr>
          <a:xfrm>
            <a:off x="5979004" y="1772935"/>
            <a:ext cx="2436300" cy="390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IoT is a strong fit for this problem</a:t>
            </a:r>
            <a:endParaRPr b="1" sz="1200"/>
          </a:p>
        </p:txBody>
      </p:sp>
      <p:sp>
        <p:nvSpPr>
          <p:cNvPr id="411" name="Google Shape;411;p57"/>
          <p:cNvSpPr txBox="1"/>
          <p:nvPr>
            <p:ph idx="6" type="body"/>
          </p:nvPr>
        </p:nvSpPr>
        <p:spPr>
          <a:xfrm>
            <a:off x="807475" y="2309500"/>
            <a:ext cx="2436300" cy="415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Lighting, security, and room status happen in different places, so they naturally involve multiple devices.</a:t>
            </a:r>
            <a:endParaRPr/>
          </a:p>
        </p:txBody>
      </p:sp>
      <p:sp>
        <p:nvSpPr>
          <p:cNvPr id="412" name="Google Shape;412;p57"/>
          <p:cNvSpPr txBox="1"/>
          <p:nvPr>
            <p:ph idx="7" type="body"/>
          </p:nvPr>
        </p:nvSpPr>
        <p:spPr>
          <a:xfrm>
            <a:off x="3351883" y="2300050"/>
            <a:ext cx="2436300" cy="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useful apartment system should let one event change the behavior of several devices at once.</a:t>
            </a:r>
            <a:endParaRPr/>
          </a:p>
        </p:txBody>
      </p:sp>
      <p:sp>
        <p:nvSpPr>
          <p:cNvPr id="413" name="Google Shape;413;p57"/>
          <p:cNvSpPr txBox="1"/>
          <p:nvPr>
            <p:ph idx="8" type="body"/>
          </p:nvPr>
        </p:nvSpPr>
        <p:spPr>
          <a:xfrm>
            <a:off x="5975051" y="2297535"/>
            <a:ext cx="2436300" cy="6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systems are local, event-driven, low-power, and built around simple device-to-device interactions.</a:t>
            </a:r>
            <a:endParaRPr/>
          </a:p>
        </p:txBody>
      </p:sp>
      <p:sp>
        <p:nvSpPr>
          <p:cNvPr id="414" name="Google Shape;414;p57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Motivation:</a:t>
            </a:r>
            <a:r>
              <a:rPr lang="en"/>
              <a:t> Why Smart Apartment IoT?</a:t>
            </a:r>
            <a:endParaRPr/>
          </a:p>
        </p:txBody>
      </p:sp>
      <p:sp>
        <p:nvSpPr>
          <p:cNvPr id="415" name="Google Shape;415;p57"/>
          <p:cNvSpPr txBox="1"/>
          <p:nvPr/>
        </p:nvSpPr>
        <p:spPr>
          <a:xfrm>
            <a:off x="728700" y="3694350"/>
            <a:ext cx="76866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Our goal: </a:t>
            </a:r>
            <a:r>
              <a:rPr lang="en" sz="1600"/>
              <a:t>demonstrate a small apartment system that supports mode control and safety alerts across 3 connected nodes.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8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Background: </a:t>
            </a:r>
            <a:r>
              <a:rPr lang="en"/>
              <a:t>Core Technical Concepts</a:t>
            </a:r>
            <a:endParaRPr/>
          </a:p>
        </p:txBody>
      </p:sp>
      <p:pic>
        <p:nvPicPr>
          <p:cNvPr id="421" name="Google Shape;421;p58"/>
          <p:cNvPicPr preferRelativeResize="0"/>
          <p:nvPr/>
        </p:nvPicPr>
        <p:blipFill rotWithShape="1">
          <a:blip r:embed="rId3">
            <a:alphaModFix amt="10000"/>
          </a:blip>
          <a:srcRect b="14553" l="1068" r="66969" t="20939"/>
          <a:stretch/>
        </p:blipFill>
        <p:spPr>
          <a:xfrm>
            <a:off x="265588" y="1978375"/>
            <a:ext cx="1804200" cy="1925400"/>
          </a:xfrm>
          <a:prstGeom prst="roundRect">
            <a:avLst>
              <a:gd fmla="val 10347" name="adj"/>
            </a:avLst>
          </a:prstGeom>
          <a:noFill/>
          <a:ln>
            <a:noFill/>
          </a:ln>
        </p:spPr>
      </p:pic>
      <p:sp>
        <p:nvSpPr>
          <p:cNvPr id="422" name="Google Shape;422;p58"/>
          <p:cNvSpPr txBox="1"/>
          <p:nvPr/>
        </p:nvSpPr>
        <p:spPr>
          <a:xfrm>
            <a:off x="339206" y="2182878"/>
            <a:ext cx="16617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14125" lIns="114125" spcFirstLastPara="1" rIns="114125" wrap="square" tIns="114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98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Node</a:t>
            </a:r>
            <a:endParaRPr b="1" sz="1498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23" name="Google Shape;423;p58"/>
          <p:cNvSpPr txBox="1"/>
          <p:nvPr/>
        </p:nvSpPr>
        <p:spPr>
          <a:xfrm>
            <a:off x="371194" y="2586204"/>
            <a:ext cx="1593000" cy="10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14125" lIns="114125" spcFirstLastPara="1" rIns="114125" wrap="square" tIns="1141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rimo"/>
                <a:ea typeface="Arimo"/>
                <a:cs typeface="Arimo"/>
                <a:sym typeface="Arimo"/>
              </a:rPr>
              <a:t>Each nRF54L15 DK will act as a mesh node with its own role in the apartment system.</a:t>
            </a:r>
            <a:endParaRPr sz="1100"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424" name="Google Shape;424;p58"/>
          <p:cNvPicPr preferRelativeResize="0"/>
          <p:nvPr/>
        </p:nvPicPr>
        <p:blipFill rotWithShape="1">
          <a:blip r:embed="rId3">
            <a:alphaModFix amt="10000"/>
          </a:blip>
          <a:srcRect b="14553" l="1068" r="66969" t="20939"/>
          <a:stretch/>
        </p:blipFill>
        <p:spPr>
          <a:xfrm>
            <a:off x="2499944" y="1978375"/>
            <a:ext cx="1804200" cy="1925400"/>
          </a:xfrm>
          <a:prstGeom prst="roundRect">
            <a:avLst>
              <a:gd fmla="val 10347" name="adj"/>
            </a:avLst>
          </a:prstGeom>
          <a:noFill/>
          <a:ln>
            <a:noFill/>
          </a:ln>
        </p:spPr>
      </p:pic>
      <p:sp>
        <p:nvSpPr>
          <p:cNvPr id="425" name="Google Shape;425;p58"/>
          <p:cNvSpPr txBox="1"/>
          <p:nvPr/>
        </p:nvSpPr>
        <p:spPr>
          <a:xfrm>
            <a:off x="2573563" y="2182878"/>
            <a:ext cx="16617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14125" lIns="114125" spcFirstLastPara="1" rIns="114125" wrap="square" tIns="114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98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Provisioning</a:t>
            </a:r>
            <a:endParaRPr b="1" sz="1498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26" name="Google Shape;426;p58"/>
          <p:cNvSpPr txBox="1"/>
          <p:nvPr/>
        </p:nvSpPr>
        <p:spPr>
          <a:xfrm>
            <a:off x="2605550" y="2586204"/>
            <a:ext cx="1593000" cy="12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4125" lIns="114125" spcFirstLastPara="1" rIns="114125" wrap="square" tIns="114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rimo"/>
                <a:ea typeface="Arimo"/>
                <a:cs typeface="Arimo"/>
                <a:sym typeface="Arimo"/>
              </a:rPr>
              <a:t>Before devices can communicate, they must be provisioned and configured into the same Bluetooth Mesh network.</a:t>
            </a:r>
            <a:endParaRPr sz="1100"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427" name="Google Shape;427;p58"/>
          <p:cNvPicPr preferRelativeResize="0"/>
          <p:nvPr/>
        </p:nvPicPr>
        <p:blipFill rotWithShape="1">
          <a:blip r:embed="rId3">
            <a:alphaModFix amt="10000"/>
          </a:blip>
          <a:srcRect b="14553" l="1068" r="66969" t="20939"/>
          <a:stretch/>
        </p:blipFill>
        <p:spPr>
          <a:xfrm>
            <a:off x="7074213" y="1978370"/>
            <a:ext cx="1804200" cy="1925400"/>
          </a:xfrm>
          <a:prstGeom prst="roundRect">
            <a:avLst>
              <a:gd fmla="val 10347" name="adj"/>
            </a:avLst>
          </a:prstGeom>
          <a:noFill/>
          <a:ln>
            <a:noFill/>
          </a:ln>
        </p:spPr>
      </p:pic>
      <p:sp>
        <p:nvSpPr>
          <p:cNvPr id="428" name="Google Shape;428;p58"/>
          <p:cNvSpPr txBox="1"/>
          <p:nvPr/>
        </p:nvSpPr>
        <p:spPr>
          <a:xfrm>
            <a:off x="7147831" y="2182873"/>
            <a:ext cx="16617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14125" lIns="114125" spcFirstLastPara="1" rIns="114125" wrap="square" tIns="114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98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Models</a:t>
            </a:r>
            <a:endParaRPr b="1" sz="1498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29" name="Google Shape;429;p58"/>
          <p:cNvSpPr txBox="1"/>
          <p:nvPr/>
        </p:nvSpPr>
        <p:spPr>
          <a:xfrm>
            <a:off x="7179825" y="2586200"/>
            <a:ext cx="1661700" cy="12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4125" lIns="114125" spcFirstLastPara="1" rIns="114125" wrap="square" tIns="114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rimo"/>
                <a:ea typeface="Arimo"/>
                <a:cs typeface="Arimo"/>
                <a:sym typeface="Arimo"/>
              </a:rPr>
              <a:t>Bluetooth Mesh uses models to define behavior; Generic OnOff is a good fit for states like light on/off or alert active/cleared.</a:t>
            </a:r>
            <a:endParaRPr sz="1100"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430" name="Google Shape;430;p58"/>
          <p:cNvPicPr preferRelativeResize="0"/>
          <p:nvPr/>
        </p:nvPicPr>
        <p:blipFill rotWithShape="1">
          <a:blip r:embed="rId3">
            <a:alphaModFix amt="10000"/>
          </a:blip>
          <a:srcRect b="14553" l="1068" r="66969" t="20939"/>
          <a:stretch/>
        </p:blipFill>
        <p:spPr>
          <a:xfrm>
            <a:off x="4734274" y="1978375"/>
            <a:ext cx="1991700" cy="1925400"/>
          </a:xfrm>
          <a:prstGeom prst="roundRect">
            <a:avLst>
              <a:gd fmla="val 10347" name="adj"/>
            </a:avLst>
          </a:prstGeom>
          <a:noFill/>
          <a:ln>
            <a:noFill/>
          </a:ln>
        </p:spPr>
      </p:pic>
      <p:sp>
        <p:nvSpPr>
          <p:cNvPr id="431" name="Google Shape;431;p58"/>
          <p:cNvSpPr txBox="1"/>
          <p:nvPr/>
        </p:nvSpPr>
        <p:spPr>
          <a:xfrm>
            <a:off x="4807903" y="2182873"/>
            <a:ext cx="16617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14125" lIns="114125" spcFirstLastPara="1" rIns="114125" wrap="square" tIns="114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98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Nordic</a:t>
            </a:r>
            <a:endParaRPr b="1" sz="1498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32" name="Google Shape;432;p58"/>
          <p:cNvSpPr txBox="1"/>
          <p:nvPr/>
        </p:nvSpPr>
        <p:spPr>
          <a:xfrm>
            <a:off x="4839900" y="2586200"/>
            <a:ext cx="1804200" cy="12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4125" lIns="114125" spcFirstLastPara="1" rIns="114125" wrap="square" tIns="114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rimo"/>
                <a:ea typeface="Arimo"/>
                <a:cs typeface="Arimo"/>
                <a:sym typeface="Arimo"/>
              </a:rPr>
              <a:t>We will build on Nordic examples such as Light Switch, Light Fixture / Light Control, and the board’s buttons and LEDs support.</a:t>
            </a:r>
            <a:endParaRPr sz="1100"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7" name="Google Shape;437;p59"/>
          <p:cNvPicPr preferRelativeResize="0"/>
          <p:nvPr/>
        </p:nvPicPr>
        <p:blipFill rotWithShape="1">
          <a:blip r:embed="rId3">
            <a:alphaModFix amt="10000"/>
          </a:blip>
          <a:srcRect b="14553" l="1068" r="66969" t="20939"/>
          <a:stretch/>
        </p:blipFill>
        <p:spPr>
          <a:xfrm>
            <a:off x="4294500" y="1101000"/>
            <a:ext cx="4572000" cy="3488700"/>
          </a:xfrm>
          <a:prstGeom prst="roundRect">
            <a:avLst>
              <a:gd fmla="val 10347" name="adj"/>
            </a:avLst>
          </a:prstGeom>
          <a:noFill/>
          <a:ln>
            <a:noFill/>
          </a:ln>
        </p:spPr>
      </p:pic>
      <p:sp>
        <p:nvSpPr>
          <p:cNvPr id="438" name="Google Shape;438;p59"/>
          <p:cNvSpPr/>
          <p:nvPr/>
        </p:nvSpPr>
        <p:spPr>
          <a:xfrm>
            <a:off x="4488200" y="3509851"/>
            <a:ext cx="1424400" cy="759600"/>
          </a:xfrm>
          <a:prstGeom prst="roundRect">
            <a:avLst>
              <a:gd fmla="val 1457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8000" lIns="176050" spcFirstLastPara="1" rIns="176050" wrap="square" tIns="88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8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39" name="Google Shape;439;p59"/>
          <p:cNvSpPr/>
          <p:nvPr/>
        </p:nvSpPr>
        <p:spPr>
          <a:xfrm>
            <a:off x="5905941" y="1608289"/>
            <a:ext cx="1274100" cy="759600"/>
          </a:xfrm>
          <a:prstGeom prst="roundRect">
            <a:avLst>
              <a:gd fmla="val 1457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8000" lIns="176050" spcFirstLastPara="1" rIns="176050" wrap="square" tIns="88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8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40" name="Google Shape;440;p59"/>
          <p:cNvSpPr/>
          <p:nvPr/>
        </p:nvSpPr>
        <p:spPr>
          <a:xfrm>
            <a:off x="7162736" y="3507371"/>
            <a:ext cx="1492500" cy="686400"/>
          </a:xfrm>
          <a:prstGeom prst="roundRect">
            <a:avLst>
              <a:gd fmla="val 1457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8000" lIns="176050" spcFirstLastPara="1" rIns="176050" wrap="square" tIns="880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8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41" name="Google Shape;441;p59"/>
          <p:cNvSpPr txBox="1"/>
          <p:nvPr>
            <p:ph type="title"/>
          </p:nvPr>
        </p:nvSpPr>
        <p:spPr>
          <a:xfrm>
            <a:off x="277500" y="416250"/>
            <a:ext cx="2701500" cy="6267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Design</a:t>
            </a:r>
            <a:endParaRPr/>
          </a:p>
        </p:txBody>
      </p:sp>
      <p:sp>
        <p:nvSpPr>
          <p:cNvPr id="442" name="Google Shape;442;p5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3" name="Google Shape;443;p59"/>
          <p:cNvSpPr txBox="1"/>
          <p:nvPr>
            <p:ph idx="7" type="title"/>
          </p:nvPr>
        </p:nvSpPr>
        <p:spPr>
          <a:xfrm>
            <a:off x="4498875" y="3636600"/>
            <a:ext cx="1424400" cy="506100"/>
          </a:xfrm>
          <a:prstGeom prst="rect">
            <a:avLst/>
          </a:prstGeom>
        </p:spPr>
        <p:txBody>
          <a:bodyPr anchorCtr="0" anchor="b" bIns="88000" lIns="88000" spcFirstLastPara="1" rIns="88000" wrap="square" tIns="8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40"/>
              <a:t>Living Room Light Node</a:t>
            </a:r>
            <a:endParaRPr sz="1440"/>
          </a:p>
        </p:txBody>
      </p:sp>
      <p:sp>
        <p:nvSpPr>
          <p:cNvPr id="444" name="Google Shape;444;p59"/>
          <p:cNvSpPr txBox="1"/>
          <p:nvPr>
            <p:ph idx="9" type="title"/>
          </p:nvPr>
        </p:nvSpPr>
        <p:spPr>
          <a:xfrm>
            <a:off x="6057673" y="1686439"/>
            <a:ext cx="970800" cy="603300"/>
          </a:xfrm>
          <a:prstGeom prst="rect">
            <a:avLst/>
          </a:prstGeom>
        </p:spPr>
        <p:txBody>
          <a:bodyPr anchorCtr="0" anchor="b" bIns="88000" lIns="88000" spcFirstLastPara="1" rIns="88000" wrap="square" tIns="8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40"/>
              <a:t>Entryway Controller</a:t>
            </a:r>
            <a:endParaRPr sz="1440"/>
          </a:p>
        </p:txBody>
      </p:sp>
      <p:sp>
        <p:nvSpPr>
          <p:cNvPr id="445" name="Google Shape;445;p59"/>
          <p:cNvSpPr txBox="1"/>
          <p:nvPr>
            <p:ph idx="14" type="title"/>
          </p:nvPr>
        </p:nvSpPr>
        <p:spPr>
          <a:xfrm>
            <a:off x="7229175" y="3591125"/>
            <a:ext cx="1424400" cy="506100"/>
          </a:xfrm>
          <a:prstGeom prst="rect">
            <a:avLst/>
          </a:prstGeom>
        </p:spPr>
        <p:txBody>
          <a:bodyPr anchorCtr="0" anchor="b" bIns="88000" lIns="88000" spcFirstLastPara="1" rIns="88000" wrap="square" tIns="8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40"/>
              <a:t>Bedroom Alarm Node</a:t>
            </a:r>
            <a:endParaRPr sz="1440"/>
          </a:p>
        </p:txBody>
      </p:sp>
      <p:sp>
        <p:nvSpPr>
          <p:cNvPr id="446" name="Google Shape;446;p59"/>
          <p:cNvSpPr/>
          <p:nvPr/>
        </p:nvSpPr>
        <p:spPr>
          <a:xfrm>
            <a:off x="5056546" y="3142505"/>
            <a:ext cx="287700" cy="2877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000" lIns="88000" spcFirstLastPara="1" rIns="88000" wrap="square" tIns="8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63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47" name="Google Shape;447;p59"/>
          <p:cNvSpPr/>
          <p:nvPr/>
        </p:nvSpPr>
        <p:spPr>
          <a:xfrm>
            <a:off x="5081628" y="3167587"/>
            <a:ext cx="237300" cy="2373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9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2</a:t>
            </a:r>
            <a:endParaRPr sz="1059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48" name="Google Shape;448;p59"/>
          <p:cNvSpPr/>
          <p:nvPr/>
        </p:nvSpPr>
        <p:spPr>
          <a:xfrm>
            <a:off x="6399226" y="1205350"/>
            <a:ext cx="287700" cy="2877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000" lIns="88000" spcFirstLastPara="1" rIns="88000" wrap="square" tIns="8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63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49" name="Google Shape;449;p59"/>
          <p:cNvSpPr/>
          <p:nvPr/>
        </p:nvSpPr>
        <p:spPr>
          <a:xfrm>
            <a:off x="6424308" y="1230432"/>
            <a:ext cx="237300" cy="237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9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1</a:t>
            </a:r>
            <a:endParaRPr sz="1059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50" name="Google Shape;450;p59"/>
          <p:cNvSpPr/>
          <p:nvPr/>
        </p:nvSpPr>
        <p:spPr>
          <a:xfrm>
            <a:off x="7765160" y="3167580"/>
            <a:ext cx="287700" cy="2877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000" lIns="88000" spcFirstLastPara="1" rIns="88000" wrap="square" tIns="8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63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51" name="Google Shape;451;p59"/>
          <p:cNvSpPr/>
          <p:nvPr/>
        </p:nvSpPr>
        <p:spPr>
          <a:xfrm>
            <a:off x="7790241" y="3192662"/>
            <a:ext cx="237300" cy="237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9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3</a:t>
            </a:r>
            <a:endParaRPr sz="1059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52" name="Google Shape;452;p59"/>
          <p:cNvSpPr/>
          <p:nvPr/>
        </p:nvSpPr>
        <p:spPr>
          <a:xfrm rot="567">
            <a:off x="5137476" y="2056448"/>
            <a:ext cx="583736" cy="980720"/>
          </a:xfrm>
          <a:custGeom>
            <a:rect b="b" l="l" r="r" t="t"/>
            <a:pathLst>
              <a:path extrusionOk="0" h="59582" w="38505">
                <a:moveTo>
                  <a:pt x="0" y="59582"/>
                </a:moveTo>
                <a:cubicBezTo>
                  <a:pt x="1486" y="53772"/>
                  <a:pt x="2500" y="34654"/>
                  <a:pt x="8917" y="24724"/>
                </a:cubicBezTo>
                <a:cubicBezTo>
                  <a:pt x="15335" y="14794"/>
                  <a:pt x="33574" y="4121"/>
                  <a:pt x="38505" y="0"/>
                </a:cubicBezTo>
              </a:path>
            </a:pathLst>
          </a:custGeom>
          <a:noFill/>
          <a:ln cap="flat" cmpd="sng" w="9175">
            <a:solidFill>
              <a:schemeClr val="lt1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453" name="Google Shape;453;p59"/>
          <p:cNvSpPr/>
          <p:nvPr/>
        </p:nvSpPr>
        <p:spPr>
          <a:xfrm rot="-7164855">
            <a:off x="6277118" y="3413328"/>
            <a:ext cx="531764" cy="952636"/>
          </a:xfrm>
          <a:custGeom>
            <a:rect b="b" l="l" r="r" t="t"/>
            <a:pathLst>
              <a:path extrusionOk="0" h="59582" w="38505">
                <a:moveTo>
                  <a:pt x="0" y="59582"/>
                </a:moveTo>
                <a:cubicBezTo>
                  <a:pt x="1486" y="53772"/>
                  <a:pt x="2500" y="34654"/>
                  <a:pt x="8917" y="24724"/>
                </a:cubicBezTo>
                <a:cubicBezTo>
                  <a:pt x="15335" y="14794"/>
                  <a:pt x="33574" y="4121"/>
                  <a:pt x="38505" y="0"/>
                </a:cubicBezTo>
              </a:path>
            </a:pathLst>
          </a:custGeom>
          <a:noFill/>
          <a:ln cap="flat" cmpd="sng" w="9175">
            <a:solidFill>
              <a:schemeClr val="lt1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454" name="Google Shape;454;p59"/>
          <p:cNvSpPr/>
          <p:nvPr/>
        </p:nvSpPr>
        <p:spPr>
          <a:xfrm rot="7361360">
            <a:off x="7321418" y="2006265"/>
            <a:ext cx="548790" cy="1002275"/>
          </a:xfrm>
          <a:custGeom>
            <a:rect b="b" l="l" r="r" t="t"/>
            <a:pathLst>
              <a:path extrusionOk="0" h="59582" w="38505">
                <a:moveTo>
                  <a:pt x="0" y="59582"/>
                </a:moveTo>
                <a:cubicBezTo>
                  <a:pt x="1486" y="53772"/>
                  <a:pt x="2500" y="34654"/>
                  <a:pt x="8917" y="24724"/>
                </a:cubicBezTo>
                <a:cubicBezTo>
                  <a:pt x="15335" y="14794"/>
                  <a:pt x="33574" y="4121"/>
                  <a:pt x="38505" y="0"/>
                </a:cubicBezTo>
              </a:path>
            </a:pathLst>
          </a:custGeom>
          <a:noFill/>
          <a:ln cap="flat" cmpd="sng" w="9175">
            <a:solidFill>
              <a:schemeClr val="lt1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455" name="Google Shape;455;p59"/>
          <p:cNvSpPr txBox="1"/>
          <p:nvPr/>
        </p:nvSpPr>
        <p:spPr>
          <a:xfrm>
            <a:off x="300750" y="1205350"/>
            <a:ext cx="3671400" cy="3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Three-node smart-home safety network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Supports Home/Away/Night modes, remote light control, and intrusion alerts 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Capabilities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</a:pPr>
            <a:r>
              <a:rPr b="1"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Controller</a:t>
            </a: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changes global state of modes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</a:pPr>
            <a:r>
              <a:rPr b="1"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Light</a:t>
            </a: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reacts to global state change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</a:pPr>
            <a:r>
              <a:rPr b="1"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Alarm</a:t>
            </a: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triggers alert visible to other nodes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Each node is a nRF54L15 board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Bluetooth mesh network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UART logs to print messages for mode/light/arming changes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" name="Google Shape;460;p60"/>
          <p:cNvPicPr preferRelativeResize="0"/>
          <p:nvPr/>
        </p:nvPicPr>
        <p:blipFill rotWithShape="1">
          <a:blip r:embed="rId3">
            <a:alphaModFix amt="10000"/>
          </a:blip>
          <a:srcRect b="14553" l="1068" r="66969" t="20939"/>
          <a:stretch/>
        </p:blipFill>
        <p:spPr>
          <a:xfrm>
            <a:off x="6086775" y="1394563"/>
            <a:ext cx="2775300" cy="2995200"/>
          </a:xfrm>
          <a:prstGeom prst="roundRect">
            <a:avLst>
              <a:gd fmla="val 10347" name="adj"/>
            </a:avLst>
          </a:prstGeom>
          <a:noFill/>
          <a:ln>
            <a:noFill/>
          </a:ln>
        </p:spPr>
      </p:pic>
      <p:sp>
        <p:nvSpPr>
          <p:cNvPr id="461" name="Google Shape;461;p60"/>
          <p:cNvSpPr/>
          <p:nvPr/>
        </p:nvSpPr>
        <p:spPr>
          <a:xfrm>
            <a:off x="6334750" y="1611538"/>
            <a:ext cx="603600" cy="603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highlight>
                <a:schemeClr val="lt2"/>
              </a:highlight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462" name="Google Shape;462;p60"/>
          <p:cNvPicPr preferRelativeResize="0"/>
          <p:nvPr/>
        </p:nvPicPr>
        <p:blipFill rotWithShape="1">
          <a:blip r:embed="rId3">
            <a:alphaModFix amt="10000"/>
          </a:blip>
          <a:srcRect b="14553" l="1068" r="66969" t="20939"/>
          <a:stretch/>
        </p:blipFill>
        <p:spPr>
          <a:xfrm>
            <a:off x="274125" y="1394563"/>
            <a:ext cx="2775300" cy="2995200"/>
          </a:xfrm>
          <a:prstGeom prst="roundRect">
            <a:avLst>
              <a:gd fmla="val 10347" name="adj"/>
            </a:avLst>
          </a:prstGeom>
          <a:noFill/>
          <a:ln>
            <a:noFill/>
          </a:ln>
        </p:spPr>
      </p:pic>
      <p:pic>
        <p:nvPicPr>
          <p:cNvPr id="463" name="Google Shape;463;p60"/>
          <p:cNvPicPr preferRelativeResize="0"/>
          <p:nvPr/>
        </p:nvPicPr>
        <p:blipFill rotWithShape="1">
          <a:blip r:embed="rId3">
            <a:alphaModFix amt="10000"/>
          </a:blip>
          <a:srcRect b="14553" l="1068" r="66969" t="20939"/>
          <a:stretch/>
        </p:blipFill>
        <p:spPr>
          <a:xfrm>
            <a:off x="3180450" y="1394563"/>
            <a:ext cx="2775300" cy="2995200"/>
          </a:xfrm>
          <a:prstGeom prst="roundRect">
            <a:avLst>
              <a:gd fmla="val 10347" name="adj"/>
            </a:avLst>
          </a:prstGeom>
          <a:noFill/>
          <a:ln>
            <a:noFill/>
          </a:ln>
        </p:spPr>
      </p:pic>
      <p:sp>
        <p:nvSpPr>
          <p:cNvPr id="464" name="Google Shape;464;p60"/>
          <p:cNvSpPr/>
          <p:nvPr/>
        </p:nvSpPr>
        <p:spPr>
          <a:xfrm>
            <a:off x="447125" y="1557088"/>
            <a:ext cx="712500" cy="7125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65" name="Google Shape;465;p60"/>
          <p:cNvSpPr/>
          <p:nvPr/>
        </p:nvSpPr>
        <p:spPr>
          <a:xfrm>
            <a:off x="3364325" y="1557088"/>
            <a:ext cx="712500" cy="7125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66" name="Google Shape;466;p60"/>
          <p:cNvSpPr/>
          <p:nvPr/>
        </p:nvSpPr>
        <p:spPr>
          <a:xfrm>
            <a:off x="6281525" y="1557088"/>
            <a:ext cx="712500" cy="7125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67" name="Google Shape;467;p60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3-Board Architecture</a:t>
            </a:r>
            <a:endParaRPr/>
          </a:p>
        </p:txBody>
      </p:sp>
      <p:sp>
        <p:nvSpPr>
          <p:cNvPr id="468" name="Google Shape;468;p60"/>
          <p:cNvSpPr/>
          <p:nvPr/>
        </p:nvSpPr>
        <p:spPr>
          <a:xfrm>
            <a:off x="6281525" y="1557088"/>
            <a:ext cx="712500" cy="7125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69" name="Google Shape;469;p60"/>
          <p:cNvSpPr/>
          <p:nvPr/>
        </p:nvSpPr>
        <p:spPr>
          <a:xfrm>
            <a:off x="3364325" y="1557088"/>
            <a:ext cx="712500" cy="7125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70" name="Google Shape;470;p60"/>
          <p:cNvSpPr/>
          <p:nvPr/>
        </p:nvSpPr>
        <p:spPr>
          <a:xfrm>
            <a:off x="447125" y="1557088"/>
            <a:ext cx="712500" cy="7125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71" name="Google Shape;471;p6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2" name="Google Shape;472;p60"/>
          <p:cNvSpPr txBox="1"/>
          <p:nvPr>
            <p:ph idx="6" type="body"/>
          </p:nvPr>
        </p:nvSpPr>
        <p:spPr>
          <a:xfrm>
            <a:off x="410175" y="2840638"/>
            <a:ext cx="2544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C</a:t>
            </a:r>
            <a:r>
              <a:rPr lang="en" sz="1300"/>
              <a:t>ycles Home / Away / Night (shown by LEDs)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Arms/disarms the system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Can clear alerts</a:t>
            </a:r>
            <a:endParaRPr sz="1300"/>
          </a:p>
        </p:txBody>
      </p:sp>
      <p:sp>
        <p:nvSpPr>
          <p:cNvPr id="473" name="Google Shape;473;p60"/>
          <p:cNvSpPr txBox="1"/>
          <p:nvPr>
            <p:ph idx="7" type="body"/>
          </p:nvPr>
        </p:nvSpPr>
        <p:spPr>
          <a:xfrm>
            <a:off x="3343726" y="2794713"/>
            <a:ext cx="2544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R</a:t>
            </a:r>
            <a:r>
              <a:rPr lang="en" sz="1300"/>
              <a:t>esponds to controller commands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Changes LED state/pattern by mode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Flashes differently during alerts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60"/>
          <p:cNvSpPr txBox="1"/>
          <p:nvPr>
            <p:ph idx="8" type="body"/>
          </p:nvPr>
        </p:nvSpPr>
        <p:spPr>
          <a:xfrm>
            <a:off x="6182025" y="2794713"/>
            <a:ext cx="2544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S</a:t>
            </a:r>
            <a:r>
              <a:rPr lang="en" sz="1300"/>
              <a:t>imulates motion or door-open event with a button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Publishes an alert when the system is armed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Enables alarm when armed</a:t>
            </a:r>
            <a:endParaRPr sz="1300"/>
          </a:p>
        </p:txBody>
      </p:sp>
      <p:sp>
        <p:nvSpPr>
          <p:cNvPr id="475" name="Google Shape;475;p60"/>
          <p:cNvSpPr txBox="1"/>
          <p:nvPr>
            <p:ph idx="9" type="subTitle"/>
          </p:nvPr>
        </p:nvSpPr>
        <p:spPr>
          <a:xfrm>
            <a:off x="480251" y="2392013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Entryway Controller</a:t>
            </a:r>
            <a:endParaRPr/>
          </a:p>
        </p:txBody>
      </p:sp>
      <p:sp>
        <p:nvSpPr>
          <p:cNvPr id="476" name="Google Shape;476;p60"/>
          <p:cNvSpPr txBox="1"/>
          <p:nvPr>
            <p:ph idx="13" type="subTitle"/>
          </p:nvPr>
        </p:nvSpPr>
        <p:spPr>
          <a:xfrm>
            <a:off x="3422476" y="2392013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Light Node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60"/>
          <p:cNvSpPr txBox="1"/>
          <p:nvPr>
            <p:ph idx="14" type="subTitle"/>
          </p:nvPr>
        </p:nvSpPr>
        <p:spPr>
          <a:xfrm>
            <a:off x="6328801" y="2392013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Alarm Node</a:t>
            </a:r>
            <a:endParaRPr/>
          </a:p>
        </p:txBody>
      </p:sp>
      <p:pic>
        <p:nvPicPr>
          <p:cNvPr id="478" name="Google Shape;478;p60" title="alar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11650" y="1687238"/>
            <a:ext cx="452250" cy="452250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60"/>
          <p:cNvSpPr/>
          <p:nvPr/>
        </p:nvSpPr>
        <p:spPr>
          <a:xfrm>
            <a:off x="3418775" y="1607038"/>
            <a:ext cx="603600" cy="612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480" name="Google Shape;480;p60"/>
          <p:cNvSpPr/>
          <p:nvPr/>
        </p:nvSpPr>
        <p:spPr>
          <a:xfrm>
            <a:off x="502800" y="1607038"/>
            <a:ext cx="603600" cy="612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481" name="Google Shape;481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98123" y="1675716"/>
            <a:ext cx="452250" cy="452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6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5726" y="1687226"/>
            <a:ext cx="475250" cy="47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61"/>
          <p:cNvPicPr preferRelativeResize="0"/>
          <p:nvPr/>
        </p:nvPicPr>
        <p:blipFill rotWithShape="1">
          <a:blip r:embed="rId3">
            <a:alphaModFix amt="10000"/>
          </a:blip>
          <a:srcRect b="14553" l="1068" r="66969" t="20939"/>
          <a:stretch/>
        </p:blipFill>
        <p:spPr>
          <a:xfrm>
            <a:off x="274125" y="1190725"/>
            <a:ext cx="8589000" cy="3667800"/>
          </a:xfrm>
          <a:prstGeom prst="roundRect">
            <a:avLst>
              <a:gd fmla="val 10347" name="adj"/>
            </a:avLst>
          </a:prstGeom>
          <a:noFill/>
          <a:ln>
            <a:noFill/>
          </a:ln>
        </p:spPr>
      </p:pic>
      <p:sp>
        <p:nvSpPr>
          <p:cNvPr id="488" name="Google Shape;488;p61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 Plan</a:t>
            </a:r>
            <a:endParaRPr/>
          </a:p>
        </p:txBody>
      </p:sp>
      <p:sp>
        <p:nvSpPr>
          <p:cNvPr id="489" name="Google Shape;489;p6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0" name="Google Shape;490;p61"/>
          <p:cNvSpPr txBox="1"/>
          <p:nvPr>
            <p:ph idx="6" type="body"/>
          </p:nvPr>
        </p:nvSpPr>
        <p:spPr>
          <a:xfrm>
            <a:off x="410175" y="1532325"/>
            <a:ext cx="7573500" cy="26451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Foundation: </a:t>
            </a:r>
            <a:r>
              <a:rPr lang="en" sz="1300"/>
              <a:t>Build on nRF Connect SDK (v2.x.x) using nrf54l15dk targets.</a:t>
            </a:r>
            <a:endParaRPr sz="1300"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Starting Samples:</a:t>
            </a:r>
            <a:endParaRPr b="1"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Board 1 (Controller): </a:t>
            </a:r>
            <a:r>
              <a:rPr lang="en" sz="1300">
                <a:highlight>
                  <a:schemeClr val="lt2"/>
                </a:highlight>
                <a:latin typeface="Azeret Mono"/>
                <a:ea typeface="Azeret Mono"/>
                <a:cs typeface="Azeret Mono"/>
                <a:sym typeface="Azeret Mono"/>
              </a:rPr>
              <a:t>bluetooth/mesh/light_switch</a:t>
            </a:r>
            <a:r>
              <a:rPr lang="en" sz="1300"/>
              <a:t> (Client)</a:t>
            </a:r>
            <a:endParaRPr sz="1300"/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" sz="1300"/>
              <a:t>Eventually maps button interrupts to cycle Scene IDs for Home, Away, Night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Board 2 (Light): </a:t>
            </a:r>
            <a:r>
              <a:rPr lang="en" sz="1300">
                <a:highlight>
                  <a:schemeClr val="lt2"/>
                </a:highlight>
                <a:latin typeface="Azeret Mono"/>
                <a:ea typeface="Azeret Mono"/>
                <a:cs typeface="Azeret Mono"/>
                <a:sym typeface="Azeret Mono"/>
              </a:rPr>
              <a:t>bluetooth/mesh/light_ctrl</a:t>
            </a:r>
            <a:r>
              <a:rPr lang="en" sz="1300"/>
              <a:t> (Server)</a:t>
            </a:r>
            <a:endParaRPr sz="1300"/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" sz="1300"/>
              <a:t>Modify to subscribe to scenes and trigger various LED patterns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Board 3 (Sensor): </a:t>
            </a:r>
            <a:r>
              <a:rPr lang="en" sz="1300">
                <a:highlight>
                  <a:schemeClr val="lt2"/>
                </a:highlight>
                <a:latin typeface="Azeret Mono"/>
                <a:ea typeface="Azeret Mono"/>
                <a:cs typeface="Azeret Mono"/>
                <a:sym typeface="Azeret Mono"/>
              </a:rPr>
              <a:t>blue</a:t>
            </a:r>
            <a:r>
              <a:rPr lang="en" sz="1300">
                <a:highlight>
                  <a:schemeClr val="lt2"/>
                </a:highlight>
                <a:latin typeface="Azeret Mono"/>
                <a:ea typeface="Azeret Mono"/>
                <a:cs typeface="Azeret Mono"/>
                <a:sym typeface="Azeret Mono"/>
              </a:rPr>
              <a:t>tooth/mesh/sensor</a:t>
            </a:r>
            <a:r>
              <a:rPr lang="en" sz="1300"/>
              <a:t> (Server/Client)</a:t>
            </a:r>
            <a:endParaRPr sz="1300"/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" sz="1300"/>
              <a:t>Pushes a high priority alarm bit if the sensor is triggered</a:t>
            </a:r>
            <a:endParaRPr sz="1300"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Network Setup:</a:t>
            </a:r>
            <a:r>
              <a:rPr lang="en" sz="1300"/>
              <a:t> Provision 3-node network via nRF Mesh Mobile App using Generic OnOff and Scene models</a:t>
            </a:r>
            <a:endParaRPr sz="1300"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Monitoring: </a:t>
            </a:r>
            <a:r>
              <a:rPr lang="en" sz="1300"/>
              <a:t>Implement UART logging for real-time state tracking (e.g., MODE: AWAY)</a:t>
            </a:r>
            <a:endParaRPr sz="1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5" name="Google Shape;495;p62"/>
          <p:cNvPicPr preferRelativeResize="0"/>
          <p:nvPr/>
        </p:nvPicPr>
        <p:blipFill rotWithShape="1">
          <a:blip r:embed="rId3">
            <a:alphaModFix amt="10000"/>
          </a:blip>
          <a:srcRect b="14553" l="1068" r="66969" t="20939"/>
          <a:stretch/>
        </p:blipFill>
        <p:spPr>
          <a:xfrm>
            <a:off x="274125" y="1405430"/>
            <a:ext cx="5025600" cy="3384900"/>
          </a:xfrm>
          <a:prstGeom prst="roundRect">
            <a:avLst>
              <a:gd fmla="val 10347" name="adj"/>
            </a:avLst>
          </a:prstGeom>
          <a:noFill/>
          <a:ln>
            <a:noFill/>
          </a:ln>
        </p:spPr>
      </p:pic>
      <p:sp>
        <p:nvSpPr>
          <p:cNvPr id="496" name="Google Shape;496;p62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Deliverables &amp; Stretch Goals</a:t>
            </a:r>
            <a:endParaRPr/>
          </a:p>
        </p:txBody>
      </p:sp>
      <p:sp>
        <p:nvSpPr>
          <p:cNvPr id="497" name="Google Shape;497;p6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98" name="Google Shape;498;p62"/>
          <p:cNvPicPr preferRelativeResize="0"/>
          <p:nvPr/>
        </p:nvPicPr>
        <p:blipFill rotWithShape="1">
          <a:blip r:embed="rId3">
            <a:alphaModFix amt="10000"/>
          </a:blip>
          <a:srcRect b="14553" l="1068" r="66969" t="20939"/>
          <a:stretch/>
        </p:blipFill>
        <p:spPr>
          <a:xfrm>
            <a:off x="5572925" y="1405425"/>
            <a:ext cx="3226800" cy="3384900"/>
          </a:xfrm>
          <a:prstGeom prst="roundRect">
            <a:avLst>
              <a:gd fmla="val 10347" name="adj"/>
            </a:avLst>
          </a:prstGeom>
          <a:noFill/>
          <a:ln>
            <a:noFill/>
          </a:ln>
        </p:spPr>
      </p:pic>
      <p:sp>
        <p:nvSpPr>
          <p:cNvPr id="499" name="Google Shape;499;p62"/>
          <p:cNvSpPr txBox="1"/>
          <p:nvPr/>
        </p:nvSpPr>
        <p:spPr>
          <a:xfrm>
            <a:off x="1659209" y="1649430"/>
            <a:ext cx="32268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Functional Mesh Network: </a:t>
            </a:r>
            <a:r>
              <a:rPr lang="en" sz="13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3-node communication with stable Provisioning/Binding</a:t>
            </a:r>
            <a:endParaRPr/>
          </a:p>
        </p:txBody>
      </p:sp>
      <p:sp>
        <p:nvSpPr>
          <p:cNvPr id="500" name="Google Shape;500;p62"/>
          <p:cNvSpPr txBox="1"/>
          <p:nvPr/>
        </p:nvSpPr>
        <p:spPr>
          <a:xfrm>
            <a:off x="1659209" y="2435105"/>
            <a:ext cx="32268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Synchronized Modes: </a:t>
            </a:r>
            <a:r>
              <a:rPr lang="en" sz="13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One-touch mode switching across all boards (Home/Away/Night).</a:t>
            </a:r>
            <a:endParaRPr sz="13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01" name="Google Shape;501;p62"/>
          <p:cNvSpPr txBox="1"/>
          <p:nvPr/>
        </p:nvSpPr>
        <p:spPr>
          <a:xfrm>
            <a:off x="1659209" y="3220780"/>
            <a:ext cx="30690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Intrusion Alert: </a:t>
            </a:r>
            <a:r>
              <a:rPr lang="en" sz="13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Board 3 triggers a global "Alarm State" (Red/Flashing LEDs) on all nodes.</a:t>
            </a:r>
            <a:endParaRPr sz="13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02" name="Google Shape;502;p62"/>
          <p:cNvSpPr txBox="1"/>
          <p:nvPr/>
        </p:nvSpPr>
        <p:spPr>
          <a:xfrm>
            <a:off x="1659209" y="4006455"/>
            <a:ext cx="3069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Serial Debug Interface: </a:t>
            </a:r>
            <a:r>
              <a:rPr lang="en" sz="13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Clean terminal output for final verification.</a:t>
            </a:r>
            <a:endParaRPr sz="13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03" name="Google Shape;503;p62"/>
          <p:cNvSpPr txBox="1"/>
          <p:nvPr/>
        </p:nvSpPr>
        <p:spPr>
          <a:xfrm>
            <a:off x="718480" y="1788030"/>
            <a:ext cx="804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500">
                <a:solidFill>
                  <a:schemeClr val="dk1"/>
                </a:solidFill>
                <a:latin typeface="Azeret Mono"/>
                <a:ea typeface="Azeret Mono"/>
                <a:cs typeface="Azeret Mono"/>
                <a:sym typeface="Azeret Mono"/>
              </a:rPr>
              <a:t>4/10</a:t>
            </a:r>
            <a:endParaRPr sz="1800">
              <a:latin typeface="Azeret Mono"/>
              <a:ea typeface="Azeret Mono"/>
              <a:cs typeface="Azeret Mono"/>
              <a:sym typeface="Azeret Mono"/>
            </a:endParaRPr>
          </a:p>
        </p:txBody>
      </p:sp>
      <p:sp>
        <p:nvSpPr>
          <p:cNvPr id="504" name="Google Shape;504;p62"/>
          <p:cNvSpPr txBox="1"/>
          <p:nvPr/>
        </p:nvSpPr>
        <p:spPr>
          <a:xfrm>
            <a:off x="718480" y="2503430"/>
            <a:ext cx="804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500">
                <a:solidFill>
                  <a:schemeClr val="dk1"/>
                </a:solidFill>
                <a:latin typeface="Azeret Mono"/>
                <a:ea typeface="Azeret Mono"/>
                <a:cs typeface="Azeret Mono"/>
                <a:sym typeface="Azeret Mono"/>
              </a:rPr>
              <a:t>4/17</a:t>
            </a:r>
            <a:endParaRPr sz="1800">
              <a:latin typeface="Azeret Mono"/>
              <a:ea typeface="Azeret Mono"/>
              <a:cs typeface="Azeret Mono"/>
              <a:sym typeface="Azeret Mono"/>
            </a:endParaRPr>
          </a:p>
        </p:txBody>
      </p:sp>
      <p:sp>
        <p:nvSpPr>
          <p:cNvPr id="505" name="Google Shape;505;p62"/>
          <p:cNvSpPr txBox="1"/>
          <p:nvPr/>
        </p:nvSpPr>
        <p:spPr>
          <a:xfrm>
            <a:off x="718480" y="3359380"/>
            <a:ext cx="804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500">
                <a:solidFill>
                  <a:schemeClr val="dk1"/>
                </a:solidFill>
                <a:latin typeface="Azeret Mono"/>
                <a:ea typeface="Azeret Mono"/>
                <a:cs typeface="Azeret Mono"/>
                <a:sym typeface="Azeret Mono"/>
              </a:rPr>
              <a:t>4/24</a:t>
            </a:r>
            <a:endParaRPr sz="1800">
              <a:latin typeface="Azeret Mono"/>
              <a:ea typeface="Azeret Mono"/>
              <a:cs typeface="Azeret Mono"/>
              <a:sym typeface="Azeret Mono"/>
            </a:endParaRPr>
          </a:p>
        </p:txBody>
      </p:sp>
      <p:sp>
        <p:nvSpPr>
          <p:cNvPr id="506" name="Google Shape;506;p62"/>
          <p:cNvSpPr txBox="1"/>
          <p:nvPr/>
        </p:nvSpPr>
        <p:spPr>
          <a:xfrm>
            <a:off x="718480" y="4060305"/>
            <a:ext cx="804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500">
                <a:solidFill>
                  <a:schemeClr val="dk1"/>
                </a:solidFill>
                <a:latin typeface="Azeret Mono"/>
                <a:ea typeface="Azeret Mono"/>
                <a:cs typeface="Azeret Mono"/>
                <a:sym typeface="Azeret Mono"/>
              </a:rPr>
              <a:t>5/1</a:t>
            </a:r>
            <a:endParaRPr sz="1800">
              <a:latin typeface="Azeret Mono"/>
              <a:ea typeface="Azeret Mono"/>
              <a:cs typeface="Azeret Mono"/>
              <a:sym typeface="Azeret Mono"/>
            </a:endParaRPr>
          </a:p>
        </p:txBody>
      </p:sp>
      <p:sp>
        <p:nvSpPr>
          <p:cNvPr id="507" name="Google Shape;507;p62"/>
          <p:cNvSpPr txBox="1"/>
          <p:nvPr/>
        </p:nvSpPr>
        <p:spPr>
          <a:xfrm>
            <a:off x="6198725" y="1713975"/>
            <a:ext cx="1975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Stretch Goals</a:t>
            </a:r>
            <a:r>
              <a:rPr b="1" lang="en" sz="1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endParaRPr sz="1700"/>
          </a:p>
        </p:txBody>
      </p:sp>
      <p:sp>
        <p:nvSpPr>
          <p:cNvPr id="508" name="Google Shape;508;p62"/>
          <p:cNvSpPr txBox="1"/>
          <p:nvPr/>
        </p:nvSpPr>
        <p:spPr>
          <a:xfrm>
            <a:off x="5959575" y="2260550"/>
            <a:ext cx="24438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mo"/>
              <a:buChar char="●"/>
            </a:pPr>
            <a:r>
              <a:rPr lang="en" sz="13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Use Zephyr NVS to remember the "Armed" state after power loss</a:t>
            </a:r>
            <a:endParaRPr sz="13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mo"/>
              <a:buChar char="●"/>
            </a:pPr>
            <a:r>
              <a:rPr lang="en" sz="13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Controller LED turns Red if a node drops off the mesh</a:t>
            </a:r>
            <a:endParaRPr sz="13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mo"/>
              <a:buChar char="●"/>
            </a:pPr>
            <a:r>
              <a:rPr lang="en" sz="13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Configure Board 3 for low power usage with "Sleep &amp; Poll" mode</a:t>
            </a:r>
            <a:r>
              <a:rPr lang="en" sz="13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63"/>
          <p:cNvSpPr txBox="1"/>
          <p:nvPr>
            <p:ph type="title"/>
          </p:nvPr>
        </p:nvSpPr>
        <p:spPr>
          <a:xfrm>
            <a:off x="2554800" y="2225850"/>
            <a:ext cx="4034400" cy="69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Questions?</a:t>
            </a:r>
            <a:endParaRPr sz="4800"/>
          </a:p>
        </p:txBody>
      </p:sp>
      <p:sp>
        <p:nvSpPr>
          <p:cNvPr id="514" name="Google Shape;514;p6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duct demo | Human focus">
  <a:themeElements>
    <a:clrScheme name="Simple Light">
      <a:dk1>
        <a:srgbClr val="3C4043"/>
      </a:dk1>
      <a:lt1>
        <a:srgbClr val="000000"/>
      </a:lt1>
      <a:dk2>
        <a:srgbClr val="F4F4F4"/>
      </a:dk2>
      <a:lt2>
        <a:srgbClr val="FFFFFF"/>
      </a:lt2>
      <a:accent1>
        <a:srgbClr val="FDD198"/>
      </a:accent1>
      <a:accent2>
        <a:srgbClr val="F4F4F4"/>
      </a:accent2>
      <a:accent3>
        <a:srgbClr val="B7B7B7"/>
      </a:accent3>
      <a:accent4>
        <a:srgbClr val="FFA767"/>
      </a:accent4>
      <a:accent5>
        <a:srgbClr val="FFF2DC"/>
      </a:accent5>
      <a:accent6>
        <a:srgbClr val="F0C894"/>
      </a:accent6>
      <a:hlink>
        <a:srgbClr val="CAA97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